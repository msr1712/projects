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32"/>
  </p:notesMasterIdLst>
  <p:handoutMasterIdLst>
    <p:handoutMasterId r:id="rId33"/>
  </p:handoutMasterIdLst>
  <p:sldIdLst>
    <p:sldId id="256" r:id="rId2"/>
    <p:sldId id="295" r:id="rId3"/>
    <p:sldId id="299" r:id="rId4"/>
    <p:sldId id="297" r:id="rId5"/>
    <p:sldId id="301" r:id="rId6"/>
    <p:sldId id="298" r:id="rId7"/>
    <p:sldId id="316" r:id="rId8"/>
    <p:sldId id="302" r:id="rId9"/>
    <p:sldId id="311" r:id="rId10"/>
    <p:sldId id="326" r:id="rId11"/>
    <p:sldId id="327" r:id="rId12"/>
    <p:sldId id="328" r:id="rId13"/>
    <p:sldId id="304" r:id="rId14"/>
    <p:sldId id="312" r:id="rId15"/>
    <p:sldId id="305" r:id="rId16"/>
    <p:sldId id="313" r:id="rId17"/>
    <p:sldId id="320" r:id="rId18"/>
    <p:sldId id="317" r:id="rId19"/>
    <p:sldId id="322" r:id="rId20"/>
    <p:sldId id="323" r:id="rId21"/>
    <p:sldId id="321" r:id="rId22"/>
    <p:sldId id="318" r:id="rId23"/>
    <p:sldId id="319" r:id="rId24"/>
    <p:sldId id="314" r:id="rId25"/>
    <p:sldId id="306" r:id="rId26"/>
    <p:sldId id="324" r:id="rId27"/>
    <p:sldId id="308" r:id="rId28"/>
    <p:sldId id="325" r:id="rId29"/>
    <p:sldId id="315" r:id="rId30"/>
    <p:sldId id="31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00000"/>
    <a:srgbClr val="FF8989"/>
    <a:srgbClr val="D9D9D9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5153"/>
  </p:normalViewPr>
  <p:slideViewPr>
    <p:cSldViewPr snapToGrid="0" snapToObjects="1">
      <p:cViewPr varScale="1">
        <p:scale>
          <a:sx n="85" d="100"/>
          <a:sy n="85" d="100"/>
        </p:scale>
        <p:origin x="42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vez 41" userId="b8040e524f67926a" providerId="LiveId" clId="{09D4A236-0B53-45DC-8B50-779B5BEE3652}"/>
    <pc:docChg chg="modSld">
      <pc:chgData name="Parvez 41" userId="b8040e524f67926a" providerId="LiveId" clId="{09D4A236-0B53-45DC-8B50-779B5BEE3652}" dt="2026-06-09T20:02:52.426" v="4" actId="14100"/>
      <pc:docMkLst>
        <pc:docMk/>
      </pc:docMkLst>
      <pc:sldChg chg="modSp mod">
        <pc:chgData name="Parvez 41" userId="b8040e524f67926a" providerId="LiveId" clId="{09D4A236-0B53-45DC-8B50-779B5BEE3652}" dt="2026-06-09T20:02:52.426" v="4" actId="14100"/>
        <pc:sldMkLst>
          <pc:docMk/>
          <pc:sldMk cId="4242086625" sldId="304"/>
        </pc:sldMkLst>
        <pc:spChg chg="mod">
          <ac:chgData name="Parvez 41" userId="b8040e524f67926a" providerId="LiveId" clId="{09D4A236-0B53-45DC-8B50-779B5BEE3652}" dt="2026-06-09T20:02:52.426" v="4" actId="14100"/>
          <ac:spMkLst>
            <pc:docMk/>
            <pc:sldMk cId="4242086625" sldId="304"/>
            <ac:spMk id="4" creationId="{6A9CAA8B-4A0A-8311-3130-0C2090990F84}"/>
          </ac:spMkLst>
        </pc:spChg>
      </pc:sldChg>
      <pc:sldChg chg="modSp mod">
        <pc:chgData name="Parvez 41" userId="b8040e524f67926a" providerId="LiveId" clId="{09D4A236-0B53-45DC-8B50-779B5BEE3652}" dt="2026-06-09T20:02:42.044" v="2" actId="1076"/>
        <pc:sldMkLst>
          <pc:docMk/>
          <pc:sldMk cId="7358227" sldId="328"/>
        </pc:sldMkLst>
        <pc:spChg chg="mod">
          <ac:chgData name="Parvez 41" userId="b8040e524f67926a" providerId="LiveId" clId="{09D4A236-0B53-45DC-8B50-779B5BEE3652}" dt="2026-06-09T20:02:42.044" v="2" actId="1076"/>
          <ac:spMkLst>
            <pc:docMk/>
            <pc:sldMk cId="7358227" sldId="328"/>
            <ac:spMk id="3" creationId="{8ABB7D55-F493-D064-955F-33FFF413E14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29689B-F547-49DA-879F-C70B8A8AD9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E64568-4A38-45A8-B57F-319E251301EB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Summary</a:t>
          </a:r>
        </a:p>
      </dgm:t>
    </dgm:pt>
    <dgm:pt modelId="{464D738B-BCA1-460E-8AA6-44641D974FE8}" type="parTrans" cxnId="{4CDC4199-A24B-4CA1-A427-24FD76B84B5D}">
      <dgm:prSet/>
      <dgm:spPr/>
      <dgm:t>
        <a:bodyPr/>
        <a:lstStyle/>
        <a:p>
          <a:endParaRPr lang="en-US"/>
        </a:p>
      </dgm:t>
    </dgm:pt>
    <dgm:pt modelId="{4E841D98-A062-4A9F-BE7E-203B0A7DCD9F}" type="sibTrans" cxnId="{4CDC4199-A24B-4CA1-A427-24FD76B84B5D}">
      <dgm:prSet/>
      <dgm:spPr/>
      <dgm:t>
        <a:bodyPr/>
        <a:lstStyle/>
        <a:p>
          <a:endParaRPr lang="en-US"/>
        </a:p>
      </dgm:t>
    </dgm:pt>
    <dgm:pt modelId="{329F2D17-AD16-4D80-AEE0-777F83B396E3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Acknowledgement and References</a:t>
          </a:r>
        </a:p>
      </dgm:t>
    </dgm:pt>
    <dgm:pt modelId="{6B476CFB-C45E-4DDF-9CA4-B8776B2A613A}" type="parTrans" cxnId="{38D98BD6-3EFA-41F7-B686-CF6FAC3723A4}">
      <dgm:prSet/>
      <dgm:spPr/>
      <dgm:t>
        <a:bodyPr/>
        <a:lstStyle/>
        <a:p>
          <a:endParaRPr lang="en-US"/>
        </a:p>
      </dgm:t>
    </dgm:pt>
    <dgm:pt modelId="{86AF5ED6-ADAD-46BE-BF0E-2CD3C32BEC53}" type="sibTrans" cxnId="{38D98BD6-3EFA-41F7-B686-CF6FAC3723A4}">
      <dgm:prSet/>
      <dgm:spPr/>
      <dgm:t>
        <a:bodyPr/>
        <a:lstStyle/>
        <a:p>
          <a:endParaRPr lang="en-US"/>
        </a:p>
      </dgm:t>
    </dgm:pt>
    <dgm:pt modelId="{C61D7E84-214E-4ED2-81F0-A9A6F9386EB9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Literature Review</a:t>
          </a:r>
        </a:p>
      </dgm:t>
    </dgm:pt>
    <dgm:pt modelId="{E967C6D6-CFDF-4247-A242-7BF52A395F55}" type="parTrans" cxnId="{3F7FFD4C-9EA2-4074-92D6-75E454A1AE4B}">
      <dgm:prSet/>
      <dgm:spPr/>
      <dgm:t>
        <a:bodyPr/>
        <a:lstStyle/>
        <a:p>
          <a:endParaRPr lang="en-US"/>
        </a:p>
      </dgm:t>
    </dgm:pt>
    <dgm:pt modelId="{CC71AA43-3033-43A4-AC90-5EF457CBE454}" type="sibTrans" cxnId="{3F7FFD4C-9EA2-4074-92D6-75E454A1AE4B}">
      <dgm:prSet/>
      <dgm:spPr/>
      <dgm:t>
        <a:bodyPr/>
        <a:lstStyle/>
        <a:p>
          <a:endParaRPr lang="en-US"/>
        </a:p>
      </dgm:t>
    </dgm:pt>
    <dgm:pt modelId="{3C013967-A679-40AC-A07F-011B2EAF3F5E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Simulation</a:t>
          </a:r>
        </a:p>
      </dgm:t>
    </dgm:pt>
    <dgm:pt modelId="{CF05CB12-71D2-48FD-88AB-075454A4D856}" type="parTrans" cxnId="{B43BB60D-65E0-45E8-BEC7-487F97B5A13D}">
      <dgm:prSet/>
      <dgm:spPr/>
      <dgm:t>
        <a:bodyPr/>
        <a:lstStyle/>
        <a:p>
          <a:endParaRPr lang="en-US"/>
        </a:p>
      </dgm:t>
    </dgm:pt>
    <dgm:pt modelId="{9B11575A-C919-4A98-963C-ABF2F6D7107B}" type="sibTrans" cxnId="{B43BB60D-65E0-45E8-BEC7-487F97B5A13D}">
      <dgm:prSet/>
      <dgm:spPr/>
      <dgm:t>
        <a:bodyPr/>
        <a:lstStyle/>
        <a:p>
          <a:endParaRPr lang="en-US"/>
        </a:p>
      </dgm:t>
    </dgm:pt>
    <dgm:pt modelId="{D8AFC951-95C8-4CCA-B56D-9A607F2D0A5B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Results</a:t>
          </a:r>
        </a:p>
      </dgm:t>
    </dgm:pt>
    <dgm:pt modelId="{4FC521D4-6F24-4D92-9F07-F226176C1F57}" type="parTrans" cxnId="{CA06AFAE-B088-4E4F-9F2C-EC04DA48324A}">
      <dgm:prSet/>
      <dgm:spPr/>
      <dgm:t>
        <a:bodyPr/>
        <a:lstStyle/>
        <a:p>
          <a:endParaRPr lang="en-US"/>
        </a:p>
      </dgm:t>
    </dgm:pt>
    <dgm:pt modelId="{E0BC4B59-5E8E-4771-916A-0C290798B9D9}" type="sibTrans" cxnId="{CA06AFAE-B088-4E4F-9F2C-EC04DA48324A}">
      <dgm:prSet/>
      <dgm:spPr/>
      <dgm:t>
        <a:bodyPr/>
        <a:lstStyle/>
        <a:p>
          <a:endParaRPr lang="en-US"/>
        </a:p>
      </dgm:t>
    </dgm:pt>
    <dgm:pt modelId="{57C12D8A-8C1A-46FA-84F1-38B90103E378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Design</a:t>
          </a:r>
        </a:p>
      </dgm:t>
    </dgm:pt>
    <dgm:pt modelId="{16B0FAB9-2ED4-4AD2-9351-95F4018D9271}" type="parTrans" cxnId="{84635210-7CED-4683-B788-5E37E292FD9B}">
      <dgm:prSet/>
      <dgm:spPr/>
      <dgm:t>
        <a:bodyPr/>
        <a:lstStyle/>
        <a:p>
          <a:endParaRPr lang="en-GB"/>
        </a:p>
      </dgm:t>
    </dgm:pt>
    <dgm:pt modelId="{1968DED8-ACED-4292-8486-37DB0096021E}" type="sibTrans" cxnId="{84635210-7CED-4683-B788-5E37E292FD9B}">
      <dgm:prSet/>
      <dgm:spPr/>
      <dgm:t>
        <a:bodyPr/>
        <a:lstStyle/>
        <a:p>
          <a:endParaRPr lang="en-GB"/>
        </a:p>
      </dgm:t>
    </dgm:pt>
    <dgm:pt modelId="{5E5F9D3A-9728-4A52-A215-ED1361A050F2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Conclusion</a:t>
          </a:r>
        </a:p>
      </dgm:t>
    </dgm:pt>
    <dgm:pt modelId="{55FEE2E2-4708-41FB-B9CE-82A961407711}" type="parTrans" cxnId="{9E11D588-81D3-4B11-BEF4-5980B1251832}">
      <dgm:prSet/>
      <dgm:spPr/>
      <dgm:t>
        <a:bodyPr/>
        <a:lstStyle/>
        <a:p>
          <a:endParaRPr lang="en-GB"/>
        </a:p>
      </dgm:t>
    </dgm:pt>
    <dgm:pt modelId="{D4E300FA-4449-4DB5-B228-0AA52C54B5A0}" type="sibTrans" cxnId="{9E11D588-81D3-4B11-BEF4-5980B1251832}">
      <dgm:prSet/>
      <dgm:spPr/>
      <dgm:t>
        <a:bodyPr/>
        <a:lstStyle/>
        <a:p>
          <a:endParaRPr lang="en-GB"/>
        </a:p>
      </dgm:t>
    </dgm:pt>
    <dgm:pt modelId="{55E0A832-F3A2-4621-A966-415873BDA86E}" type="pres">
      <dgm:prSet presAssocID="{A329689B-F547-49DA-879F-C70B8A8AD99C}" presName="linear" presStyleCnt="0">
        <dgm:presLayoutVars>
          <dgm:animLvl val="lvl"/>
          <dgm:resizeHandles val="exact"/>
        </dgm:presLayoutVars>
      </dgm:prSet>
      <dgm:spPr/>
    </dgm:pt>
    <dgm:pt modelId="{EE737F8B-6CDA-4ED8-84A5-A7DAEE1ED570}" type="pres">
      <dgm:prSet presAssocID="{06E64568-4A38-45A8-B57F-319E251301E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9C80E01-2338-4C11-BDCB-0C4143B59C34}" type="pres">
      <dgm:prSet presAssocID="{4E841D98-A062-4A9F-BE7E-203B0A7DCD9F}" presName="spacer" presStyleCnt="0"/>
      <dgm:spPr/>
    </dgm:pt>
    <dgm:pt modelId="{DE097859-5A11-4876-ABDC-53BE8D492093}" type="pres">
      <dgm:prSet presAssocID="{C61D7E84-214E-4ED2-81F0-A9A6F9386E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10B8024-9ADB-4D7C-B967-23721742D6DA}" type="pres">
      <dgm:prSet presAssocID="{CC71AA43-3033-43A4-AC90-5EF457CBE454}" presName="spacer" presStyleCnt="0"/>
      <dgm:spPr/>
    </dgm:pt>
    <dgm:pt modelId="{8E7CE953-9633-4AE0-8102-CA39EEA75DC2}" type="pres">
      <dgm:prSet presAssocID="{57C12D8A-8C1A-46FA-84F1-38B90103E37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101847C-CC88-4D50-BE30-C0AF8ADDDB79}" type="pres">
      <dgm:prSet presAssocID="{1968DED8-ACED-4292-8486-37DB0096021E}" presName="spacer" presStyleCnt="0"/>
      <dgm:spPr/>
    </dgm:pt>
    <dgm:pt modelId="{B1896AFD-4E7A-4664-B756-8A776AF54679}" type="pres">
      <dgm:prSet presAssocID="{3C013967-A679-40AC-A07F-011B2EAF3F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EBEBC8A-B878-468A-8B77-0374EA8A6D83}" type="pres">
      <dgm:prSet presAssocID="{9B11575A-C919-4A98-963C-ABF2F6D7107B}" presName="spacer" presStyleCnt="0"/>
      <dgm:spPr/>
    </dgm:pt>
    <dgm:pt modelId="{733AC3BE-5D73-41C0-AA44-65F8BBF973C9}" type="pres">
      <dgm:prSet presAssocID="{D8AFC951-95C8-4CCA-B56D-9A607F2D0A5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2C82733-3451-4B57-9032-A18975E8BE69}" type="pres">
      <dgm:prSet presAssocID="{E0BC4B59-5E8E-4771-916A-0C290798B9D9}" presName="spacer" presStyleCnt="0"/>
      <dgm:spPr/>
    </dgm:pt>
    <dgm:pt modelId="{7458F84A-56AD-4C13-9D43-0A618A475F28}" type="pres">
      <dgm:prSet presAssocID="{5E5F9D3A-9728-4A52-A215-ED1361A050F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50BA47A-CDE4-458D-A052-18DD07BCA3A7}" type="pres">
      <dgm:prSet presAssocID="{D4E300FA-4449-4DB5-B228-0AA52C54B5A0}" presName="spacer" presStyleCnt="0"/>
      <dgm:spPr/>
    </dgm:pt>
    <dgm:pt modelId="{27EA81C7-4534-411F-A83B-9455757B4A4A}" type="pres">
      <dgm:prSet presAssocID="{329F2D17-AD16-4D80-AEE0-777F83B396E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C063A0D-0AC4-4A4B-80C8-8D1BFCC2ED8B}" type="presOf" srcId="{A329689B-F547-49DA-879F-C70B8A8AD99C}" destId="{55E0A832-F3A2-4621-A966-415873BDA86E}" srcOrd="0" destOrd="0" presId="urn:microsoft.com/office/officeart/2005/8/layout/vList2"/>
    <dgm:cxn modelId="{B43BB60D-65E0-45E8-BEC7-487F97B5A13D}" srcId="{A329689B-F547-49DA-879F-C70B8A8AD99C}" destId="{3C013967-A679-40AC-A07F-011B2EAF3F5E}" srcOrd="3" destOrd="0" parTransId="{CF05CB12-71D2-48FD-88AB-075454A4D856}" sibTransId="{9B11575A-C919-4A98-963C-ABF2F6D7107B}"/>
    <dgm:cxn modelId="{84635210-7CED-4683-B788-5E37E292FD9B}" srcId="{A329689B-F547-49DA-879F-C70B8A8AD99C}" destId="{57C12D8A-8C1A-46FA-84F1-38B90103E378}" srcOrd="2" destOrd="0" parTransId="{16B0FAB9-2ED4-4AD2-9351-95F4018D9271}" sibTransId="{1968DED8-ACED-4292-8486-37DB0096021E}"/>
    <dgm:cxn modelId="{B2F5A767-8BF6-4D6B-9358-BA9BF3DFEA6D}" type="presOf" srcId="{D8AFC951-95C8-4CCA-B56D-9A607F2D0A5B}" destId="{733AC3BE-5D73-41C0-AA44-65F8BBF973C9}" srcOrd="0" destOrd="0" presId="urn:microsoft.com/office/officeart/2005/8/layout/vList2"/>
    <dgm:cxn modelId="{3F7FFD4C-9EA2-4074-92D6-75E454A1AE4B}" srcId="{A329689B-F547-49DA-879F-C70B8A8AD99C}" destId="{C61D7E84-214E-4ED2-81F0-A9A6F9386EB9}" srcOrd="1" destOrd="0" parTransId="{E967C6D6-CFDF-4247-A242-7BF52A395F55}" sibTransId="{CC71AA43-3033-43A4-AC90-5EF457CBE454}"/>
    <dgm:cxn modelId="{6C4D926E-FF3C-49E7-BE92-4113126C36B2}" type="presOf" srcId="{C61D7E84-214E-4ED2-81F0-A9A6F9386EB9}" destId="{DE097859-5A11-4876-ABDC-53BE8D492093}" srcOrd="0" destOrd="0" presId="urn:microsoft.com/office/officeart/2005/8/layout/vList2"/>
    <dgm:cxn modelId="{8C295B71-5FE4-456E-A89F-D0ED965E55AE}" type="presOf" srcId="{57C12D8A-8C1A-46FA-84F1-38B90103E378}" destId="{8E7CE953-9633-4AE0-8102-CA39EEA75DC2}" srcOrd="0" destOrd="0" presId="urn:microsoft.com/office/officeart/2005/8/layout/vList2"/>
    <dgm:cxn modelId="{0910AB77-98A7-4702-8154-EF195FD6FB23}" type="presOf" srcId="{5E5F9D3A-9728-4A52-A215-ED1361A050F2}" destId="{7458F84A-56AD-4C13-9D43-0A618A475F28}" srcOrd="0" destOrd="0" presId="urn:microsoft.com/office/officeart/2005/8/layout/vList2"/>
    <dgm:cxn modelId="{9E11D588-81D3-4B11-BEF4-5980B1251832}" srcId="{A329689B-F547-49DA-879F-C70B8A8AD99C}" destId="{5E5F9D3A-9728-4A52-A215-ED1361A050F2}" srcOrd="5" destOrd="0" parTransId="{55FEE2E2-4708-41FB-B9CE-82A961407711}" sibTransId="{D4E300FA-4449-4DB5-B228-0AA52C54B5A0}"/>
    <dgm:cxn modelId="{3934288B-6DBF-4624-822D-DC67DA3C082E}" type="presOf" srcId="{3C013967-A679-40AC-A07F-011B2EAF3F5E}" destId="{B1896AFD-4E7A-4664-B756-8A776AF54679}" srcOrd="0" destOrd="0" presId="urn:microsoft.com/office/officeart/2005/8/layout/vList2"/>
    <dgm:cxn modelId="{4CDC4199-A24B-4CA1-A427-24FD76B84B5D}" srcId="{A329689B-F547-49DA-879F-C70B8A8AD99C}" destId="{06E64568-4A38-45A8-B57F-319E251301EB}" srcOrd="0" destOrd="0" parTransId="{464D738B-BCA1-460E-8AA6-44641D974FE8}" sibTransId="{4E841D98-A062-4A9F-BE7E-203B0A7DCD9F}"/>
    <dgm:cxn modelId="{CA06AFAE-B088-4E4F-9F2C-EC04DA48324A}" srcId="{A329689B-F547-49DA-879F-C70B8A8AD99C}" destId="{D8AFC951-95C8-4CCA-B56D-9A607F2D0A5B}" srcOrd="4" destOrd="0" parTransId="{4FC521D4-6F24-4D92-9F07-F226176C1F57}" sibTransId="{E0BC4B59-5E8E-4771-916A-0C290798B9D9}"/>
    <dgm:cxn modelId="{97DF27B7-623D-41D3-B8F7-63F2BDEFA6F6}" type="presOf" srcId="{329F2D17-AD16-4D80-AEE0-777F83B396E3}" destId="{27EA81C7-4534-411F-A83B-9455757B4A4A}" srcOrd="0" destOrd="0" presId="urn:microsoft.com/office/officeart/2005/8/layout/vList2"/>
    <dgm:cxn modelId="{38D98BD6-3EFA-41F7-B686-CF6FAC3723A4}" srcId="{A329689B-F547-49DA-879F-C70B8A8AD99C}" destId="{329F2D17-AD16-4D80-AEE0-777F83B396E3}" srcOrd="6" destOrd="0" parTransId="{6B476CFB-C45E-4DDF-9CA4-B8776B2A613A}" sibTransId="{86AF5ED6-ADAD-46BE-BF0E-2CD3C32BEC53}"/>
    <dgm:cxn modelId="{CDDBA0E5-70A1-4D65-9AA6-95B4AF8E33EB}" type="presOf" srcId="{06E64568-4A38-45A8-B57F-319E251301EB}" destId="{EE737F8B-6CDA-4ED8-84A5-A7DAEE1ED570}" srcOrd="0" destOrd="0" presId="urn:microsoft.com/office/officeart/2005/8/layout/vList2"/>
    <dgm:cxn modelId="{6B84E407-C7D4-4406-8C3B-B7733AEE5BD2}" type="presParOf" srcId="{55E0A832-F3A2-4621-A966-415873BDA86E}" destId="{EE737F8B-6CDA-4ED8-84A5-A7DAEE1ED570}" srcOrd="0" destOrd="0" presId="urn:microsoft.com/office/officeart/2005/8/layout/vList2"/>
    <dgm:cxn modelId="{416019FE-D231-47F6-A9EB-C7C31D78AA3B}" type="presParOf" srcId="{55E0A832-F3A2-4621-A966-415873BDA86E}" destId="{69C80E01-2338-4C11-BDCB-0C4143B59C34}" srcOrd="1" destOrd="0" presId="urn:microsoft.com/office/officeart/2005/8/layout/vList2"/>
    <dgm:cxn modelId="{E01B6C37-B73D-441B-8172-0893BF715124}" type="presParOf" srcId="{55E0A832-F3A2-4621-A966-415873BDA86E}" destId="{DE097859-5A11-4876-ABDC-53BE8D492093}" srcOrd="2" destOrd="0" presId="urn:microsoft.com/office/officeart/2005/8/layout/vList2"/>
    <dgm:cxn modelId="{EFF20375-5CE1-4332-9696-4818C1466719}" type="presParOf" srcId="{55E0A832-F3A2-4621-A966-415873BDA86E}" destId="{610B8024-9ADB-4D7C-B967-23721742D6DA}" srcOrd="3" destOrd="0" presId="urn:microsoft.com/office/officeart/2005/8/layout/vList2"/>
    <dgm:cxn modelId="{566BE58C-4349-428B-BA32-080EA842E6B8}" type="presParOf" srcId="{55E0A832-F3A2-4621-A966-415873BDA86E}" destId="{8E7CE953-9633-4AE0-8102-CA39EEA75DC2}" srcOrd="4" destOrd="0" presId="urn:microsoft.com/office/officeart/2005/8/layout/vList2"/>
    <dgm:cxn modelId="{8CEDE7EF-A7B3-42C5-A923-AFE8C1579C57}" type="presParOf" srcId="{55E0A832-F3A2-4621-A966-415873BDA86E}" destId="{9101847C-CC88-4D50-BE30-C0AF8ADDDB79}" srcOrd="5" destOrd="0" presId="urn:microsoft.com/office/officeart/2005/8/layout/vList2"/>
    <dgm:cxn modelId="{65EECA80-56EC-413E-AEBD-9D472C61B898}" type="presParOf" srcId="{55E0A832-F3A2-4621-A966-415873BDA86E}" destId="{B1896AFD-4E7A-4664-B756-8A776AF54679}" srcOrd="6" destOrd="0" presId="urn:microsoft.com/office/officeart/2005/8/layout/vList2"/>
    <dgm:cxn modelId="{C38BC24D-A54F-476F-8F16-EC9DD06F27BA}" type="presParOf" srcId="{55E0A832-F3A2-4621-A966-415873BDA86E}" destId="{5EBEBC8A-B878-468A-8B77-0374EA8A6D83}" srcOrd="7" destOrd="0" presId="urn:microsoft.com/office/officeart/2005/8/layout/vList2"/>
    <dgm:cxn modelId="{E0D890A5-A2A1-4DF5-868A-145F5A624849}" type="presParOf" srcId="{55E0A832-F3A2-4621-A966-415873BDA86E}" destId="{733AC3BE-5D73-41C0-AA44-65F8BBF973C9}" srcOrd="8" destOrd="0" presId="urn:microsoft.com/office/officeart/2005/8/layout/vList2"/>
    <dgm:cxn modelId="{9015F559-161C-4D93-9125-1408BB7C9B6F}" type="presParOf" srcId="{55E0A832-F3A2-4621-A966-415873BDA86E}" destId="{52C82733-3451-4B57-9032-A18975E8BE69}" srcOrd="9" destOrd="0" presId="urn:microsoft.com/office/officeart/2005/8/layout/vList2"/>
    <dgm:cxn modelId="{445D0DE2-C73E-4AB5-8850-0A1D5CEBA2E8}" type="presParOf" srcId="{55E0A832-F3A2-4621-A966-415873BDA86E}" destId="{7458F84A-56AD-4C13-9D43-0A618A475F28}" srcOrd="10" destOrd="0" presId="urn:microsoft.com/office/officeart/2005/8/layout/vList2"/>
    <dgm:cxn modelId="{7BD9D38A-D9F6-4694-A52E-EDA65ADC29A0}" type="presParOf" srcId="{55E0A832-F3A2-4621-A966-415873BDA86E}" destId="{F50BA47A-CDE4-458D-A052-18DD07BCA3A7}" srcOrd="11" destOrd="0" presId="urn:microsoft.com/office/officeart/2005/8/layout/vList2"/>
    <dgm:cxn modelId="{54D8F96C-48B0-4A1D-AA75-3F8337DE8BB8}" type="presParOf" srcId="{55E0A832-F3A2-4621-A966-415873BDA86E}" destId="{27EA81C7-4534-411F-A83B-9455757B4A4A}" srcOrd="12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29689B-F547-49DA-879F-C70B8A8AD9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E64568-4A38-45A8-B57F-319E251301EB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Summary</a:t>
          </a:r>
        </a:p>
      </dgm:t>
    </dgm:pt>
    <dgm:pt modelId="{464D738B-BCA1-460E-8AA6-44641D974FE8}" type="parTrans" cxnId="{4CDC4199-A24B-4CA1-A427-24FD76B84B5D}">
      <dgm:prSet/>
      <dgm:spPr/>
      <dgm:t>
        <a:bodyPr/>
        <a:lstStyle/>
        <a:p>
          <a:endParaRPr lang="en-US"/>
        </a:p>
      </dgm:t>
    </dgm:pt>
    <dgm:pt modelId="{4E841D98-A062-4A9F-BE7E-203B0A7DCD9F}" type="sibTrans" cxnId="{4CDC4199-A24B-4CA1-A427-24FD76B84B5D}">
      <dgm:prSet/>
      <dgm:spPr/>
      <dgm:t>
        <a:bodyPr/>
        <a:lstStyle/>
        <a:p>
          <a:endParaRPr lang="en-US"/>
        </a:p>
      </dgm:t>
    </dgm:pt>
    <dgm:pt modelId="{329F2D17-AD16-4D80-AEE0-777F83B396E3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Acknowledgement and References</a:t>
          </a:r>
        </a:p>
      </dgm:t>
    </dgm:pt>
    <dgm:pt modelId="{6B476CFB-C45E-4DDF-9CA4-B8776B2A613A}" type="parTrans" cxnId="{38D98BD6-3EFA-41F7-B686-CF6FAC3723A4}">
      <dgm:prSet/>
      <dgm:spPr/>
      <dgm:t>
        <a:bodyPr/>
        <a:lstStyle/>
        <a:p>
          <a:endParaRPr lang="en-US"/>
        </a:p>
      </dgm:t>
    </dgm:pt>
    <dgm:pt modelId="{86AF5ED6-ADAD-46BE-BF0E-2CD3C32BEC53}" type="sibTrans" cxnId="{38D98BD6-3EFA-41F7-B686-CF6FAC3723A4}">
      <dgm:prSet/>
      <dgm:spPr/>
      <dgm:t>
        <a:bodyPr/>
        <a:lstStyle/>
        <a:p>
          <a:endParaRPr lang="en-US"/>
        </a:p>
      </dgm:t>
    </dgm:pt>
    <dgm:pt modelId="{C61D7E84-214E-4ED2-81F0-A9A6F9386EB9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Literature Review</a:t>
          </a:r>
        </a:p>
      </dgm:t>
    </dgm:pt>
    <dgm:pt modelId="{E967C6D6-CFDF-4247-A242-7BF52A395F55}" type="parTrans" cxnId="{3F7FFD4C-9EA2-4074-92D6-75E454A1AE4B}">
      <dgm:prSet/>
      <dgm:spPr/>
      <dgm:t>
        <a:bodyPr/>
        <a:lstStyle/>
        <a:p>
          <a:endParaRPr lang="en-US"/>
        </a:p>
      </dgm:t>
    </dgm:pt>
    <dgm:pt modelId="{CC71AA43-3033-43A4-AC90-5EF457CBE454}" type="sibTrans" cxnId="{3F7FFD4C-9EA2-4074-92D6-75E454A1AE4B}">
      <dgm:prSet/>
      <dgm:spPr/>
      <dgm:t>
        <a:bodyPr/>
        <a:lstStyle/>
        <a:p>
          <a:endParaRPr lang="en-US"/>
        </a:p>
      </dgm:t>
    </dgm:pt>
    <dgm:pt modelId="{3C013967-A679-40AC-A07F-011B2EAF3F5E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Simulation</a:t>
          </a:r>
        </a:p>
      </dgm:t>
    </dgm:pt>
    <dgm:pt modelId="{CF05CB12-71D2-48FD-88AB-075454A4D856}" type="parTrans" cxnId="{B43BB60D-65E0-45E8-BEC7-487F97B5A13D}">
      <dgm:prSet/>
      <dgm:spPr/>
      <dgm:t>
        <a:bodyPr/>
        <a:lstStyle/>
        <a:p>
          <a:endParaRPr lang="en-US"/>
        </a:p>
      </dgm:t>
    </dgm:pt>
    <dgm:pt modelId="{9B11575A-C919-4A98-963C-ABF2F6D7107B}" type="sibTrans" cxnId="{B43BB60D-65E0-45E8-BEC7-487F97B5A13D}">
      <dgm:prSet/>
      <dgm:spPr/>
      <dgm:t>
        <a:bodyPr/>
        <a:lstStyle/>
        <a:p>
          <a:endParaRPr lang="en-US"/>
        </a:p>
      </dgm:t>
    </dgm:pt>
    <dgm:pt modelId="{D8AFC951-95C8-4CCA-B56D-9A607F2D0A5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Results</a:t>
          </a:r>
        </a:p>
      </dgm:t>
    </dgm:pt>
    <dgm:pt modelId="{4FC521D4-6F24-4D92-9F07-F226176C1F57}" type="parTrans" cxnId="{CA06AFAE-B088-4E4F-9F2C-EC04DA48324A}">
      <dgm:prSet/>
      <dgm:spPr/>
      <dgm:t>
        <a:bodyPr/>
        <a:lstStyle/>
        <a:p>
          <a:endParaRPr lang="en-US"/>
        </a:p>
      </dgm:t>
    </dgm:pt>
    <dgm:pt modelId="{E0BC4B59-5E8E-4771-916A-0C290798B9D9}" type="sibTrans" cxnId="{CA06AFAE-B088-4E4F-9F2C-EC04DA48324A}">
      <dgm:prSet/>
      <dgm:spPr/>
      <dgm:t>
        <a:bodyPr/>
        <a:lstStyle/>
        <a:p>
          <a:endParaRPr lang="en-US"/>
        </a:p>
      </dgm:t>
    </dgm:pt>
    <dgm:pt modelId="{57C12D8A-8C1A-46FA-84F1-38B90103E378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Design</a:t>
          </a:r>
        </a:p>
      </dgm:t>
    </dgm:pt>
    <dgm:pt modelId="{16B0FAB9-2ED4-4AD2-9351-95F4018D9271}" type="parTrans" cxnId="{84635210-7CED-4683-B788-5E37E292FD9B}">
      <dgm:prSet/>
      <dgm:spPr/>
      <dgm:t>
        <a:bodyPr/>
        <a:lstStyle/>
        <a:p>
          <a:endParaRPr lang="en-GB"/>
        </a:p>
      </dgm:t>
    </dgm:pt>
    <dgm:pt modelId="{1968DED8-ACED-4292-8486-37DB0096021E}" type="sibTrans" cxnId="{84635210-7CED-4683-B788-5E37E292FD9B}">
      <dgm:prSet/>
      <dgm:spPr/>
      <dgm:t>
        <a:bodyPr/>
        <a:lstStyle/>
        <a:p>
          <a:endParaRPr lang="en-GB"/>
        </a:p>
      </dgm:t>
    </dgm:pt>
    <dgm:pt modelId="{5E5F9D3A-9728-4A52-A215-ED1361A050F2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Conclusion</a:t>
          </a:r>
        </a:p>
      </dgm:t>
    </dgm:pt>
    <dgm:pt modelId="{55FEE2E2-4708-41FB-B9CE-82A961407711}" type="parTrans" cxnId="{9E11D588-81D3-4B11-BEF4-5980B1251832}">
      <dgm:prSet/>
      <dgm:spPr/>
      <dgm:t>
        <a:bodyPr/>
        <a:lstStyle/>
        <a:p>
          <a:endParaRPr lang="en-GB"/>
        </a:p>
      </dgm:t>
    </dgm:pt>
    <dgm:pt modelId="{D4E300FA-4449-4DB5-B228-0AA52C54B5A0}" type="sibTrans" cxnId="{9E11D588-81D3-4B11-BEF4-5980B1251832}">
      <dgm:prSet/>
      <dgm:spPr/>
      <dgm:t>
        <a:bodyPr/>
        <a:lstStyle/>
        <a:p>
          <a:endParaRPr lang="en-GB"/>
        </a:p>
      </dgm:t>
    </dgm:pt>
    <dgm:pt modelId="{55E0A832-F3A2-4621-A966-415873BDA86E}" type="pres">
      <dgm:prSet presAssocID="{A329689B-F547-49DA-879F-C70B8A8AD99C}" presName="linear" presStyleCnt="0">
        <dgm:presLayoutVars>
          <dgm:animLvl val="lvl"/>
          <dgm:resizeHandles val="exact"/>
        </dgm:presLayoutVars>
      </dgm:prSet>
      <dgm:spPr/>
    </dgm:pt>
    <dgm:pt modelId="{EE737F8B-6CDA-4ED8-84A5-A7DAEE1ED570}" type="pres">
      <dgm:prSet presAssocID="{06E64568-4A38-45A8-B57F-319E251301E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9C80E01-2338-4C11-BDCB-0C4143B59C34}" type="pres">
      <dgm:prSet presAssocID="{4E841D98-A062-4A9F-BE7E-203B0A7DCD9F}" presName="spacer" presStyleCnt="0"/>
      <dgm:spPr/>
    </dgm:pt>
    <dgm:pt modelId="{DE097859-5A11-4876-ABDC-53BE8D492093}" type="pres">
      <dgm:prSet presAssocID="{C61D7E84-214E-4ED2-81F0-A9A6F9386E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10B8024-9ADB-4D7C-B967-23721742D6DA}" type="pres">
      <dgm:prSet presAssocID="{CC71AA43-3033-43A4-AC90-5EF457CBE454}" presName="spacer" presStyleCnt="0"/>
      <dgm:spPr/>
    </dgm:pt>
    <dgm:pt modelId="{8E7CE953-9633-4AE0-8102-CA39EEA75DC2}" type="pres">
      <dgm:prSet presAssocID="{57C12D8A-8C1A-46FA-84F1-38B90103E37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101847C-CC88-4D50-BE30-C0AF8ADDDB79}" type="pres">
      <dgm:prSet presAssocID="{1968DED8-ACED-4292-8486-37DB0096021E}" presName="spacer" presStyleCnt="0"/>
      <dgm:spPr/>
    </dgm:pt>
    <dgm:pt modelId="{B1896AFD-4E7A-4664-B756-8A776AF54679}" type="pres">
      <dgm:prSet presAssocID="{3C013967-A679-40AC-A07F-011B2EAF3F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EBEBC8A-B878-468A-8B77-0374EA8A6D83}" type="pres">
      <dgm:prSet presAssocID="{9B11575A-C919-4A98-963C-ABF2F6D7107B}" presName="spacer" presStyleCnt="0"/>
      <dgm:spPr/>
    </dgm:pt>
    <dgm:pt modelId="{733AC3BE-5D73-41C0-AA44-65F8BBF973C9}" type="pres">
      <dgm:prSet presAssocID="{D8AFC951-95C8-4CCA-B56D-9A607F2D0A5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2C82733-3451-4B57-9032-A18975E8BE69}" type="pres">
      <dgm:prSet presAssocID="{E0BC4B59-5E8E-4771-916A-0C290798B9D9}" presName="spacer" presStyleCnt="0"/>
      <dgm:spPr/>
    </dgm:pt>
    <dgm:pt modelId="{7458F84A-56AD-4C13-9D43-0A618A475F28}" type="pres">
      <dgm:prSet presAssocID="{5E5F9D3A-9728-4A52-A215-ED1361A050F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50BA47A-CDE4-458D-A052-18DD07BCA3A7}" type="pres">
      <dgm:prSet presAssocID="{D4E300FA-4449-4DB5-B228-0AA52C54B5A0}" presName="spacer" presStyleCnt="0"/>
      <dgm:spPr/>
    </dgm:pt>
    <dgm:pt modelId="{27EA81C7-4534-411F-A83B-9455757B4A4A}" type="pres">
      <dgm:prSet presAssocID="{329F2D17-AD16-4D80-AEE0-777F83B396E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C063A0D-0AC4-4A4B-80C8-8D1BFCC2ED8B}" type="presOf" srcId="{A329689B-F547-49DA-879F-C70B8A8AD99C}" destId="{55E0A832-F3A2-4621-A966-415873BDA86E}" srcOrd="0" destOrd="0" presId="urn:microsoft.com/office/officeart/2005/8/layout/vList2"/>
    <dgm:cxn modelId="{B43BB60D-65E0-45E8-BEC7-487F97B5A13D}" srcId="{A329689B-F547-49DA-879F-C70B8A8AD99C}" destId="{3C013967-A679-40AC-A07F-011B2EAF3F5E}" srcOrd="3" destOrd="0" parTransId="{CF05CB12-71D2-48FD-88AB-075454A4D856}" sibTransId="{9B11575A-C919-4A98-963C-ABF2F6D7107B}"/>
    <dgm:cxn modelId="{84635210-7CED-4683-B788-5E37E292FD9B}" srcId="{A329689B-F547-49DA-879F-C70B8A8AD99C}" destId="{57C12D8A-8C1A-46FA-84F1-38B90103E378}" srcOrd="2" destOrd="0" parTransId="{16B0FAB9-2ED4-4AD2-9351-95F4018D9271}" sibTransId="{1968DED8-ACED-4292-8486-37DB0096021E}"/>
    <dgm:cxn modelId="{B2F5A767-8BF6-4D6B-9358-BA9BF3DFEA6D}" type="presOf" srcId="{D8AFC951-95C8-4CCA-B56D-9A607F2D0A5B}" destId="{733AC3BE-5D73-41C0-AA44-65F8BBF973C9}" srcOrd="0" destOrd="0" presId="urn:microsoft.com/office/officeart/2005/8/layout/vList2"/>
    <dgm:cxn modelId="{3F7FFD4C-9EA2-4074-92D6-75E454A1AE4B}" srcId="{A329689B-F547-49DA-879F-C70B8A8AD99C}" destId="{C61D7E84-214E-4ED2-81F0-A9A6F9386EB9}" srcOrd="1" destOrd="0" parTransId="{E967C6D6-CFDF-4247-A242-7BF52A395F55}" sibTransId="{CC71AA43-3033-43A4-AC90-5EF457CBE454}"/>
    <dgm:cxn modelId="{6C4D926E-FF3C-49E7-BE92-4113126C36B2}" type="presOf" srcId="{C61D7E84-214E-4ED2-81F0-A9A6F9386EB9}" destId="{DE097859-5A11-4876-ABDC-53BE8D492093}" srcOrd="0" destOrd="0" presId="urn:microsoft.com/office/officeart/2005/8/layout/vList2"/>
    <dgm:cxn modelId="{8C295B71-5FE4-456E-A89F-D0ED965E55AE}" type="presOf" srcId="{57C12D8A-8C1A-46FA-84F1-38B90103E378}" destId="{8E7CE953-9633-4AE0-8102-CA39EEA75DC2}" srcOrd="0" destOrd="0" presId="urn:microsoft.com/office/officeart/2005/8/layout/vList2"/>
    <dgm:cxn modelId="{0910AB77-98A7-4702-8154-EF195FD6FB23}" type="presOf" srcId="{5E5F9D3A-9728-4A52-A215-ED1361A050F2}" destId="{7458F84A-56AD-4C13-9D43-0A618A475F28}" srcOrd="0" destOrd="0" presId="urn:microsoft.com/office/officeart/2005/8/layout/vList2"/>
    <dgm:cxn modelId="{9E11D588-81D3-4B11-BEF4-5980B1251832}" srcId="{A329689B-F547-49DA-879F-C70B8A8AD99C}" destId="{5E5F9D3A-9728-4A52-A215-ED1361A050F2}" srcOrd="5" destOrd="0" parTransId="{55FEE2E2-4708-41FB-B9CE-82A961407711}" sibTransId="{D4E300FA-4449-4DB5-B228-0AA52C54B5A0}"/>
    <dgm:cxn modelId="{3934288B-6DBF-4624-822D-DC67DA3C082E}" type="presOf" srcId="{3C013967-A679-40AC-A07F-011B2EAF3F5E}" destId="{B1896AFD-4E7A-4664-B756-8A776AF54679}" srcOrd="0" destOrd="0" presId="urn:microsoft.com/office/officeart/2005/8/layout/vList2"/>
    <dgm:cxn modelId="{4CDC4199-A24B-4CA1-A427-24FD76B84B5D}" srcId="{A329689B-F547-49DA-879F-C70B8A8AD99C}" destId="{06E64568-4A38-45A8-B57F-319E251301EB}" srcOrd="0" destOrd="0" parTransId="{464D738B-BCA1-460E-8AA6-44641D974FE8}" sibTransId="{4E841D98-A062-4A9F-BE7E-203B0A7DCD9F}"/>
    <dgm:cxn modelId="{CA06AFAE-B088-4E4F-9F2C-EC04DA48324A}" srcId="{A329689B-F547-49DA-879F-C70B8A8AD99C}" destId="{D8AFC951-95C8-4CCA-B56D-9A607F2D0A5B}" srcOrd="4" destOrd="0" parTransId="{4FC521D4-6F24-4D92-9F07-F226176C1F57}" sibTransId="{E0BC4B59-5E8E-4771-916A-0C290798B9D9}"/>
    <dgm:cxn modelId="{97DF27B7-623D-41D3-B8F7-63F2BDEFA6F6}" type="presOf" srcId="{329F2D17-AD16-4D80-AEE0-777F83B396E3}" destId="{27EA81C7-4534-411F-A83B-9455757B4A4A}" srcOrd="0" destOrd="0" presId="urn:microsoft.com/office/officeart/2005/8/layout/vList2"/>
    <dgm:cxn modelId="{38D98BD6-3EFA-41F7-B686-CF6FAC3723A4}" srcId="{A329689B-F547-49DA-879F-C70B8A8AD99C}" destId="{329F2D17-AD16-4D80-AEE0-777F83B396E3}" srcOrd="6" destOrd="0" parTransId="{6B476CFB-C45E-4DDF-9CA4-B8776B2A613A}" sibTransId="{86AF5ED6-ADAD-46BE-BF0E-2CD3C32BEC53}"/>
    <dgm:cxn modelId="{CDDBA0E5-70A1-4D65-9AA6-95B4AF8E33EB}" type="presOf" srcId="{06E64568-4A38-45A8-B57F-319E251301EB}" destId="{EE737F8B-6CDA-4ED8-84A5-A7DAEE1ED570}" srcOrd="0" destOrd="0" presId="urn:microsoft.com/office/officeart/2005/8/layout/vList2"/>
    <dgm:cxn modelId="{6B84E407-C7D4-4406-8C3B-B7733AEE5BD2}" type="presParOf" srcId="{55E0A832-F3A2-4621-A966-415873BDA86E}" destId="{EE737F8B-6CDA-4ED8-84A5-A7DAEE1ED570}" srcOrd="0" destOrd="0" presId="urn:microsoft.com/office/officeart/2005/8/layout/vList2"/>
    <dgm:cxn modelId="{416019FE-D231-47F6-A9EB-C7C31D78AA3B}" type="presParOf" srcId="{55E0A832-F3A2-4621-A966-415873BDA86E}" destId="{69C80E01-2338-4C11-BDCB-0C4143B59C34}" srcOrd="1" destOrd="0" presId="urn:microsoft.com/office/officeart/2005/8/layout/vList2"/>
    <dgm:cxn modelId="{E01B6C37-B73D-441B-8172-0893BF715124}" type="presParOf" srcId="{55E0A832-F3A2-4621-A966-415873BDA86E}" destId="{DE097859-5A11-4876-ABDC-53BE8D492093}" srcOrd="2" destOrd="0" presId="urn:microsoft.com/office/officeart/2005/8/layout/vList2"/>
    <dgm:cxn modelId="{EFF20375-5CE1-4332-9696-4818C1466719}" type="presParOf" srcId="{55E0A832-F3A2-4621-A966-415873BDA86E}" destId="{610B8024-9ADB-4D7C-B967-23721742D6DA}" srcOrd="3" destOrd="0" presId="urn:microsoft.com/office/officeart/2005/8/layout/vList2"/>
    <dgm:cxn modelId="{566BE58C-4349-428B-BA32-080EA842E6B8}" type="presParOf" srcId="{55E0A832-F3A2-4621-A966-415873BDA86E}" destId="{8E7CE953-9633-4AE0-8102-CA39EEA75DC2}" srcOrd="4" destOrd="0" presId="urn:microsoft.com/office/officeart/2005/8/layout/vList2"/>
    <dgm:cxn modelId="{8CEDE7EF-A7B3-42C5-A923-AFE8C1579C57}" type="presParOf" srcId="{55E0A832-F3A2-4621-A966-415873BDA86E}" destId="{9101847C-CC88-4D50-BE30-C0AF8ADDDB79}" srcOrd="5" destOrd="0" presId="urn:microsoft.com/office/officeart/2005/8/layout/vList2"/>
    <dgm:cxn modelId="{65EECA80-56EC-413E-AEBD-9D472C61B898}" type="presParOf" srcId="{55E0A832-F3A2-4621-A966-415873BDA86E}" destId="{B1896AFD-4E7A-4664-B756-8A776AF54679}" srcOrd="6" destOrd="0" presId="urn:microsoft.com/office/officeart/2005/8/layout/vList2"/>
    <dgm:cxn modelId="{C38BC24D-A54F-476F-8F16-EC9DD06F27BA}" type="presParOf" srcId="{55E0A832-F3A2-4621-A966-415873BDA86E}" destId="{5EBEBC8A-B878-468A-8B77-0374EA8A6D83}" srcOrd="7" destOrd="0" presId="urn:microsoft.com/office/officeart/2005/8/layout/vList2"/>
    <dgm:cxn modelId="{E0D890A5-A2A1-4DF5-868A-145F5A624849}" type="presParOf" srcId="{55E0A832-F3A2-4621-A966-415873BDA86E}" destId="{733AC3BE-5D73-41C0-AA44-65F8BBF973C9}" srcOrd="8" destOrd="0" presId="urn:microsoft.com/office/officeart/2005/8/layout/vList2"/>
    <dgm:cxn modelId="{9015F559-161C-4D93-9125-1408BB7C9B6F}" type="presParOf" srcId="{55E0A832-F3A2-4621-A966-415873BDA86E}" destId="{52C82733-3451-4B57-9032-A18975E8BE69}" srcOrd="9" destOrd="0" presId="urn:microsoft.com/office/officeart/2005/8/layout/vList2"/>
    <dgm:cxn modelId="{445D0DE2-C73E-4AB5-8850-0A1D5CEBA2E8}" type="presParOf" srcId="{55E0A832-F3A2-4621-A966-415873BDA86E}" destId="{7458F84A-56AD-4C13-9D43-0A618A475F28}" srcOrd="10" destOrd="0" presId="urn:microsoft.com/office/officeart/2005/8/layout/vList2"/>
    <dgm:cxn modelId="{7BD9D38A-D9F6-4694-A52E-EDA65ADC29A0}" type="presParOf" srcId="{55E0A832-F3A2-4621-A966-415873BDA86E}" destId="{F50BA47A-CDE4-458D-A052-18DD07BCA3A7}" srcOrd="11" destOrd="0" presId="urn:microsoft.com/office/officeart/2005/8/layout/vList2"/>
    <dgm:cxn modelId="{54D8F96C-48B0-4A1D-AA75-3F8337DE8BB8}" type="presParOf" srcId="{55E0A832-F3A2-4621-A966-415873BDA86E}" destId="{27EA81C7-4534-411F-A83B-9455757B4A4A}" srcOrd="12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29689B-F547-49DA-879F-C70B8A8AD9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E64568-4A38-45A8-B57F-319E251301E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Summary</a:t>
          </a:r>
        </a:p>
      </dgm:t>
    </dgm:pt>
    <dgm:pt modelId="{464D738B-BCA1-460E-8AA6-44641D974FE8}" type="parTrans" cxnId="{4CDC4199-A24B-4CA1-A427-24FD76B84B5D}">
      <dgm:prSet/>
      <dgm:spPr/>
      <dgm:t>
        <a:bodyPr/>
        <a:lstStyle/>
        <a:p>
          <a:endParaRPr lang="en-US"/>
        </a:p>
      </dgm:t>
    </dgm:pt>
    <dgm:pt modelId="{4E841D98-A062-4A9F-BE7E-203B0A7DCD9F}" type="sibTrans" cxnId="{4CDC4199-A24B-4CA1-A427-24FD76B84B5D}">
      <dgm:prSet/>
      <dgm:spPr/>
      <dgm:t>
        <a:bodyPr/>
        <a:lstStyle/>
        <a:p>
          <a:endParaRPr lang="en-US"/>
        </a:p>
      </dgm:t>
    </dgm:pt>
    <dgm:pt modelId="{329F2D17-AD16-4D80-AEE0-777F83B396E3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Acknowledgement and References</a:t>
          </a:r>
        </a:p>
      </dgm:t>
    </dgm:pt>
    <dgm:pt modelId="{6B476CFB-C45E-4DDF-9CA4-B8776B2A613A}" type="parTrans" cxnId="{38D98BD6-3EFA-41F7-B686-CF6FAC3723A4}">
      <dgm:prSet/>
      <dgm:spPr/>
      <dgm:t>
        <a:bodyPr/>
        <a:lstStyle/>
        <a:p>
          <a:endParaRPr lang="en-US"/>
        </a:p>
      </dgm:t>
    </dgm:pt>
    <dgm:pt modelId="{86AF5ED6-ADAD-46BE-BF0E-2CD3C32BEC53}" type="sibTrans" cxnId="{38D98BD6-3EFA-41F7-B686-CF6FAC3723A4}">
      <dgm:prSet/>
      <dgm:spPr/>
      <dgm:t>
        <a:bodyPr/>
        <a:lstStyle/>
        <a:p>
          <a:endParaRPr lang="en-US"/>
        </a:p>
      </dgm:t>
    </dgm:pt>
    <dgm:pt modelId="{C61D7E84-214E-4ED2-81F0-A9A6F9386EB9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Literature Review</a:t>
          </a:r>
        </a:p>
      </dgm:t>
    </dgm:pt>
    <dgm:pt modelId="{E967C6D6-CFDF-4247-A242-7BF52A395F55}" type="parTrans" cxnId="{3F7FFD4C-9EA2-4074-92D6-75E454A1AE4B}">
      <dgm:prSet/>
      <dgm:spPr/>
      <dgm:t>
        <a:bodyPr/>
        <a:lstStyle/>
        <a:p>
          <a:endParaRPr lang="en-US"/>
        </a:p>
      </dgm:t>
    </dgm:pt>
    <dgm:pt modelId="{CC71AA43-3033-43A4-AC90-5EF457CBE454}" type="sibTrans" cxnId="{3F7FFD4C-9EA2-4074-92D6-75E454A1AE4B}">
      <dgm:prSet/>
      <dgm:spPr/>
      <dgm:t>
        <a:bodyPr/>
        <a:lstStyle/>
        <a:p>
          <a:endParaRPr lang="en-US"/>
        </a:p>
      </dgm:t>
    </dgm:pt>
    <dgm:pt modelId="{3C013967-A679-40AC-A07F-011B2EAF3F5E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Simulation</a:t>
          </a:r>
        </a:p>
      </dgm:t>
    </dgm:pt>
    <dgm:pt modelId="{CF05CB12-71D2-48FD-88AB-075454A4D856}" type="parTrans" cxnId="{B43BB60D-65E0-45E8-BEC7-487F97B5A13D}">
      <dgm:prSet/>
      <dgm:spPr/>
      <dgm:t>
        <a:bodyPr/>
        <a:lstStyle/>
        <a:p>
          <a:endParaRPr lang="en-US"/>
        </a:p>
      </dgm:t>
    </dgm:pt>
    <dgm:pt modelId="{9B11575A-C919-4A98-963C-ABF2F6D7107B}" type="sibTrans" cxnId="{B43BB60D-65E0-45E8-BEC7-487F97B5A13D}">
      <dgm:prSet/>
      <dgm:spPr/>
      <dgm:t>
        <a:bodyPr/>
        <a:lstStyle/>
        <a:p>
          <a:endParaRPr lang="en-US"/>
        </a:p>
      </dgm:t>
    </dgm:pt>
    <dgm:pt modelId="{D8AFC951-95C8-4CCA-B56D-9A607F2D0A5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Results</a:t>
          </a:r>
        </a:p>
      </dgm:t>
    </dgm:pt>
    <dgm:pt modelId="{4FC521D4-6F24-4D92-9F07-F226176C1F57}" type="parTrans" cxnId="{CA06AFAE-B088-4E4F-9F2C-EC04DA48324A}">
      <dgm:prSet/>
      <dgm:spPr/>
      <dgm:t>
        <a:bodyPr/>
        <a:lstStyle/>
        <a:p>
          <a:endParaRPr lang="en-US"/>
        </a:p>
      </dgm:t>
    </dgm:pt>
    <dgm:pt modelId="{E0BC4B59-5E8E-4771-916A-0C290798B9D9}" type="sibTrans" cxnId="{CA06AFAE-B088-4E4F-9F2C-EC04DA48324A}">
      <dgm:prSet/>
      <dgm:spPr/>
      <dgm:t>
        <a:bodyPr/>
        <a:lstStyle/>
        <a:p>
          <a:endParaRPr lang="en-US"/>
        </a:p>
      </dgm:t>
    </dgm:pt>
    <dgm:pt modelId="{57C12D8A-8C1A-46FA-84F1-38B90103E378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Design</a:t>
          </a:r>
        </a:p>
      </dgm:t>
    </dgm:pt>
    <dgm:pt modelId="{16B0FAB9-2ED4-4AD2-9351-95F4018D9271}" type="parTrans" cxnId="{84635210-7CED-4683-B788-5E37E292FD9B}">
      <dgm:prSet/>
      <dgm:spPr/>
      <dgm:t>
        <a:bodyPr/>
        <a:lstStyle/>
        <a:p>
          <a:endParaRPr lang="en-GB"/>
        </a:p>
      </dgm:t>
    </dgm:pt>
    <dgm:pt modelId="{1968DED8-ACED-4292-8486-37DB0096021E}" type="sibTrans" cxnId="{84635210-7CED-4683-B788-5E37E292FD9B}">
      <dgm:prSet/>
      <dgm:spPr/>
      <dgm:t>
        <a:bodyPr/>
        <a:lstStyle/>
        <a:p>
          <a:endParaRPr lang="en-GB"/>
        </a:p>
      </dgm:t>
    </dgm:pt>
    <dgm:pt modelId="{5E5F9D3A-9728-4A52-A215-ED1361A050F2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Conclusion</a:t>
          </a:r>
        </a:p>
      </dgm:t>
    </dgm:pt>
    <dgm:pt modelId="{55FEE2E2-4708-41FB-B9CE-82A961407711}" type="parTrans" cxnId="{9E11D588-81D3-4B11-BEF4-5980B1251832}">
      <dgm:prSet/>
      <dgm:spPr/>
      <dgm:t>
        <a:bodyPr/>
        <a:lstStyle/>
        <a:p>
          <a:endParaRPr lang="en-GB"/>
        </a:p>
      </dgm:t>
    </dgm:pt>
    <dgm:pt modelId="{D4E300FA-4449-4DB5-B228-0AA52C54B5A0}" type="sibTrans" cxnId="{9E11D588-81D3-4B11-BEF4-5980B1251832}">
      <dgm:prSet/>
      <dgm:spPr/>
      <dgm:t>
        <a:bodyPr/>
        <a:lstStyle/>
        <a:p>
          <a:endParaRPr lang="en-GB"/>
        </a:p>
      </dgm:t>
    </dgm:pt>
    <dgm:pt modelId="{55E0A832-F3A2-4621-A966-415873BDA86E}" type="pres">
      <dgm:prSet presAssocID="{A329689B-F547-49DA-879F-C70B8A8AD99C}" presName="linear" presStyleCnt="0">
        <dgm:presLayoutVars>
          <dgm:animLvl val="lvl"/>
          <dgm:resizeHandles val="exact"/>
        </dgm:presLayoutVars>
      </dgm:prSet>
      <dgm:spPr/>
    </dgm:pt>
    <dgm:pt modelId="{EE737F8B-6CDA-4ED8-84A5-A7DAEE1ED570}" type="pres">
      <dgm:prSet presAssocID="{06E64568-4A38-45A8-B57F-319E251301E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9C80E01-2338-4C11-BDCB-0C4143B59C34}" type="pres">
      <dgm:prSet presAssocID="{4E841D98-A062-4A9F-BE7E-203B0A7DCD9F}" presName="spacer" presStyleCnt="0"/>
      <dgm:spPr/>
    </dgm:pt>
    <dgm:pt modelId="{DE097859-5A11-4876-ABDC-53BE8D492093}" type="pres">
      <dgm:prSet presAssocID="{C61D7E84-214E-4ED2-81F0-A9A6F9386E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10B8024-9ADB-4D7C-B967-23721742D6DA}" type="pres">
      <dgm:prSet presAssocID="{CC71AA43-3033-43A4-AC90-5EF457CBE454}" presName="spacer" presStyleCnt="0"/>
      <dgm:spPr/>
    </dgm:pt>
    <dgm:pt modelId="{8E7CE953-9633-4AE0-8102-CA39EEA75DC2}" type="pres">
      <dgm:prSet presAssocID="{57C12D8A-8C1A-46FA-84F1-38B90103E37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101847C-CC88-4D50-BE30-C0AF8ADDDB79}" type="pres">
      <dgm:prSet presAssocID="{1968DED8-ACED-4292-8486-37DB0096021E}" presName="spacer" presStyleCnt="0"/>
      <dgm:spPr/>
    </dgm:pt>
    <dgm:pt modelId="{B1896AFD-4E7A-4664-B756-8A776AF54679}" type="pres">
      <dgm:prSet presAssocID="{3C013967-A679-40AC-A07F-011B2EAF3F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EBEBC8A-B878-468A-8B77-0374EA8A6D83}" type="pres">
      <dgm:prSet presAssocID="{9B11575A-C919-4A98-963C-ABF2F6D7107B}" presName="spacer" presStyleCnt="0"/>
      <dgm:spPr/>
    </dgm:pt>
    <dgm:pt modelId="{733AC3BE-5D73-41C0-AA44-65F8BBF973C9}" type="pres">
      <dgm:prSet presAssocID="{D8AFC951-95C8-4CCA-B56D-9A607F2D0A5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2C82733-3451-4B57-9032-A18975E8BE69}" type="pres">
      <dgm:prSet presAssocID="{E0BC4B59-5E8E-4771-916A-0C290798B9D9}" presName="spacer" presStyleCnt="0"/>
      <dgm:spPr/>
    </dgm:pt>
    <dgm:pt modelId="{7458F84A-56AD-4C13-9D43-0A618A475F28}" type="pres">
      <dgm:prSet presAssocID="{5E5F9D3A-9728-4A52-A215-ED1361A050F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50BA47A-CDE4-458D-A052-18DD07BCA3A7}" type="pres">
      <dgm:prSet presAssocID="{D4E300FA-4449-4DB5-B228-0AA52C54B5A0}" presName="spacer" presStyleCnt="0"/>
      <dgm:spPr/>
    </dgm:pt>
    <dgm:pt modelId="{27EA81C7-4534-411F-A83B-9455757B4A4A}" type="pres">
      <dgm:prSet presAssocID="{329F2D17-AD16-4D80-AEE0-777F83B396E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C063A0D-0AC4-4A4B-80C8-8D1BFCC2ED8B}" type="presOf" srcId="{A329689B-F547-49DA-879F-C70B8A8AD99C}" destId="{55E0A832-F3A2-4621-A966-415873BDA86E}" srcOrd="0" destOrd="0" presId="urn:microsoft.com/office/officeart/2005/8/layout/vList2"/>
    <dgm:cxn modelId="{B43BB60D-65E0-45E8-BEC7-487F97B5A13D}" srcId="{A329689B-F547-49DA-879F-C70B8A8AD99C}" destId="{3C013967-A679-40AC-A07F-011B2EAF3F5E}" srcOrd="3" destOrd="0" parTransId="{CF05CB12-71D2-48FD-88AB-075454A4D856}" sibTransId="{9B11575A-C919-4A98-963C-ABF2F6D7107B}"/>
    <dgm:cxn modelId="{84635210-7CED-4683-B788-5E37E292FD9B}" srcId="{A329689B-F547-49DA-879F-C70B8A8AD99C}" destId="{57C12D8A-8C1A-46FA-84F1-38B90103E378}" srcOrd="2" destOrd="0" parTransId="{16B0FAB9-2ED4-4AD2-9351-95F4018D9271}" sibTransId="{1968DED8-ACED-4292-8486-37DB0096021E}"/>
    <dgm:cxn modelId="{B2F5A767-8BF6-4D6B-9358-BA9BF3DFEA6D}" type="presOf" srcId="{D8AFC951-95C8-4CCA-B56D-9A607F2D0A5B}" destId="{733AC3BE-5D73-41C0-AA44-65F8BBF973C9}" srcOrd="0" destOrd="0" presId="urn:microsoft.com/office/officeart/2005/8/layout/vList2"/>
    <dgm:cxn modelId="{3F7FFD4C-9EA2-4074-92D6-75E454A1AE4B}" srcId="{A329689B-F547-49DA-879F-C70B8A8AD99C}" destId="{C61D7E84-214E-4ED2-81F0-A9A6F9386EB9}" srcOrd="1" destOrd="0" parTransId="{E967C6D6-CFDF-4247-A242-7BF52A395F55}" sibTransId="{CC71AA43-3033-43A4-AC90-5EF457CBE454}"/>
    <dgm:cxn modelId="{6C4D926E-FF3C-49E7-BE92-4113126C36B2}" type="presOf" srcId="{C61D7E84-214E-4ED2-81F0-A9A6F9386EB9}" destId="{DE097859-5A11-4876-ABDC-53BE8D492093}" srcOrd="0" destOrd="0" presId="urn:microsoft.com/office/officeart/2005/8/layout/vList2"/>
    <dgm:cxn modelId="{8C295B71-5FE4-456E-A89F-D0ED965E55AE}" type="presOf" srcId="{57C12D8A-8C1A-46FA-84F1-38B90103E378}" destId="{8E7CE953-9633-4AE0-8102-CA39EEA75DC2}" srcOrd="0" destOrd="0" presId="urn:microsoft.com/office/officeart/2005/8/layout/vList2"/>
    <dgm:cxn modelId="{0910AB77-98A7-4702-8154-EF195FD6FB23}" type="presOf" srcId="{5E5F9D3A-9728-4A52-A215-ED1361A050F2}" destId="{7458F84A-56AD-4C13-9D43-0A618A475F28}" srcOrd="0" destOrd="0" presId="urn:microsoft.com/office/officeart/2005/8/layout/vList2"/>
    <dgm:cxn modelId="{9E11D588-81D3-4B11-BEF4-5980B1251832}" srcId="{A329689B-F547-49DA-879F-C70B8A8AD99C}" destId="{5E5F9D3A-9728-4A52-A215-ED1361A050F2}" srcOrd="5" destOrd="0" parTransId="{55FEE2E2-4708-41FB-B9CE-82A961407711}" sibTransId="{D4E300FA-4449-4DB5-B228-0AA52C54B5A0}"/>
    <dgm:cxn modelId="{3934288B-6DBF-4624-822D-DC67DA3C082E}" type="presOf" srcId="{3C013967-A679-40AC-A07F-011B2EAF3F5E}" destId="{B1896AFD-4E7A-4664-B756-8A776AF54679}" srcOrd="0" destOrd="0" presId="urn:microsoft.com/office/officeart/2005/8/layout/vList2"/>
    <dgm:cxn modelId="{4CDC4199-A24B-4CA1-A427-24FD76B84B5D}" srcId="{A329689B-F547-49DA-879F-C70B8A8AD99C}" destId="{06E64568-4A38-45A8-B57F-319E251301EB}" srcOrd="0" destOrd="0" parTransId="{464D738B-BCA1-460E-8AA6-44641D974FE8}" sibTransId="{4E841D98-A062-4A9F-BE7E-203B0A7DCD9F}"/>
    <dgm:cxn modelId="{CA06AFAE-B088-4E4F-9F2C-EC04DA48324A}" srcId="{A329689B-F547-49DA-879F-C70B8A8AD99C}" destId="{D8AFC951-95C8-4CCA-B56D-9A607F2D0A5B}" srcOrd="4" destOrd="0" parTransId="{4FC521D4-6F24-4D92-9F07-F226176C1F57}" sibTransId="{E0BC4B59-5E8E-4771-916A-0C290798B9D9}"/>
    <dgm:cxn modelId="{97DF27B7-623D-41D3-B8F7-63F2BDEFA6F6}" type="presOf" srcId="{329F2D17-AD16-4D80-AEE0-777F83B396E3}" destId="{27EA81C7-4534-411F-A83B-9455757B4A4A}" srcOrd="0" destOrd="0" presId="urn:microsoft.com/office/officeart/2005/8/layout/vList2"/>
    <dgm:cxn modelId="{38D98BD6-3EFA-41F7-B686-CF6FAC3723A4}" srcId="{A329689B-F547-49DA-879F-C70B8A8AD99C}" destId="{329F2D17-AD16-4D80-AEE0-777F83B396E3}" srcOrd="6" destOrd="0" parTransId="{6B476CFB-C45E-4DDF-9CA4-B8776B2A613A}" sibTransId="{86AF5ED6-ADAD-46BE-BF0E-2CD3C32BEC53}"/>
    <dgm:cxn modelId="{CDDBA0E5-70A1-4D65-9AA6-95B4AF8E33EB}" type="presOf" srcId="{06E64568-4A38-45A8-B57F-319E251301EB}" destId="{EE737F8B-6CDA-4ED8-84A5-A7DAEE1ED570}" srcOrd="0" destOrd="0" presId="urn:microsoft.com/office/officeart/2005/8/layout/vList2"/>
    <dgm:cxn modelId="{6B84E407-C7D4-4406-8C3B-B7733AEE5BD2}" type="presParOf" srcId="{55E0A832-F3A2-4621-A966-415873BDA86E}" destId="{EE737F8B-6CDA-4ED8-84A5-A7DAEE1ED570}" srcOrd="0" destOrd="0" presId="urn:microsoft.com/office/officeart/2005/8/layout/vList2"/>
    <dgm:cxn modelId="{416019FE-D231-47F6-A9EB-C7C31D78AA3B}" type="presParOf" srcId="{55E0A832-F3A2-4621-A966-415873BDA86E}" destId="{69C80E01-2338-4C11-BDCB-0C4143B59C34}" srcOrd="1" destOrd="0" presId="urn:microsoft.com/office/officeart/2005/8/layout/vList2"/>
    <dgm:cxn modelId="{E01B6C37-B73D-441B-8172-0893BF715124}" type="presParOf" srcId="{55E0A832-F3A2-4621-A966-415873BDA86E}" destId="{DE097859-5A11-4876-ABDC-53BE8D492093}" srcOrd="2" destOrd="0" presId="urn:microsoft.com/office/officeart/2005/8/layout/vList2"/>
    <dgm:cxn modelId="{EFF20375-5CE1-4332-9696-4818C1466719}" type="presParOf" srcId="{55E0A832-F3A2-4621-A966-415873BDA86E}" destId="{610B8024-9ADB-4D7C-B967-23721742D6DA}" srcOrd="3" destOrd="0" presId="urn:microsoft.com/office/officeart/2005/8/layout/vList2"/>
    <dgm:cxn modelId="{566BE58C-4349-428B-BA32-080EA842E6B8}" type="presParOf" srcId="{55E0A832-F3A2-4621-A966-415873BDA86E}" destId="{8E7CE953-9633-4AE0-8102-CA39EEA75DC2}" srcOrd="4" destOrd="0" presId="urn:microsoft.com/office/officeart/2005/8/layout/vList2"/>
    <dgm:cxn modelId="{8CEDE7EF-A7B3-42C5-A923-AFE8C1579C57}" type="presParOf" srcId="{55E0A832-F3A2-4621-A966-415873BDA86E}" destId="{9101847C-CC88-4D50-BE30-C0AF8ADDDB79}" srcOrd="5" destOrd="0" presId="urn:microsoft.com/office/officeart/2005/8/layout/vList2"/>
    <dgm:cxn modelId="{65EECA80-56EC-413E-AEBD-9D472C61B898}" type="presParOf" srcId="{55E0A832-F3A2-4621-A966-415873BDA86E}" destId="{B1896AFD-4E7A-4664-B756-8A776AF54679}" srcOrd="6" destOrd="0" presId="urn:microsoft.com/office/officeart/2005/8/layout/vList2"/>
    <dgm:cxn modelId="{C38BC24D-A54F-476F-8F16-EC9DD06F27BA}" type="presParOf" srcId="{55E0A832-F3A2-4621-A966-415873BDA86E}" destId="{5EBEBC8A-B878-468A-8B77-0374EA8A6D83}" srcOrd="7" destOrd="0" presId="urn:microsoft.com/office/officeart/2005/8/layout/vList2"/>
    <dgm:cxn modelId="{E0D890A5-A2A1-4DF5-868A-145F5A624849}" type="presParOf" srcId="{55E0A832-F3A2-4621-A966-415873BDA86E}" destId="{733AC3BE-5D73-41C0-AA44-65F8BBF973C9}" srcOrd="8" destOrd="0" presId="urn:microsoft.com/office/officeart/2005/8/layout/vList2"/>
    <dgm:cxn modelId="{9015F559-161C-4D93-9125-1408BB7C9B6F}" type="presParOf" srcId="{55E0A832-F3A2-4621-A966-415873BDA86E}" destId="{52C82733-3451-4B57-9032-A18975E8BE69}" srcOrd="9" destOrd="0" presId="urn:microsoft.com/office/officeart/2005/8/layout/vList2"/>
    <dgm:cxn modelId="{445D0DE2-C73E-4AB5-8850-0A1D5CEBA2E8}" type="presParOf" srcId="{55E0A832-F3A2-4621-A966-415873BDA86E}" destId="{7458F84A-56AD-4C13-9D43-0A618A475F28}" srcOrd="10" destOrd="0" presId="urn:microsoft.com/office/officeart/2005/8/layout/vList2"/>
    <dgm:cxn modelId="{7BD9D38A-D9F6-4694-A52E-EDA65ADC29A0}" type="presParOf" srcId="{55E0A832-F3A2-4621-A966-415873BDA86E}" destId="{F50BA47A-CDE4-458D-A052-18DD07BCA3A7}" srcOrd="11" destOrd="0" presId="urn:microsoft.com/office/officeart/2005/8/layout/vList2"/>
    <dgm:cxn modelId="{54D8F96C-48B0-4A1D-AA75-3F8337DE8BB8}" type="presParOf" srcId="{55E0A832-F3A2-4621-A966-415873BDA86E}" destId="{27EA81C7-4534-411F-A83B-9455757B4A4A}" srcOrd="12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29689B-F547-49DA-879F-C70B8A8AD9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E64568-4A38-45A8-B57F-319E251301E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Summary</a:t>
          </a:r>
        </a:p>
      </dgm:t>
    </dgm:pt>
    <dgm:pt modelId="{464D738B-BCA1-460E-8AA6-44641D974FE8}" type="parTrans" cxnId="{4CDC4199-A24B-4CA1-A427-24FD76B84B5D}">
      <dgm:prSet/>
      <dgm:spPr/>
      <dgm:t>
        <a:bodyPr/>
        <a:lstStyle/>
        <a:p>
          <a:endParaRPr lang="en-US"/>
        </a:p>
      </dgm:t>
    </dgm:pt>
    <dgm:pt modelId="{4E841D98-A062-4A9F-BE7E-203B0A7DCD9F}" type="sibTrans" cxnId="{4CDC4199-A24B-4CA1-A427-24FD76B84B5D}">
      <dgm:prSet/>
      <dgm:spPr/>
      <dgm:t>
        <a:bodyPr/>
        <a:lstStyle/>
        <a:p>
          <a:endParaRPr lang="en-US"/>
        </a:p>
      </dgm:t>
    </dgm:pt>
    <dgm:pt modelId="{329F2D17-AD16-4D80-AEE0-777F83B396E3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Acknowledgement and References</a:t>
          </a:r>
        </a:p>
      </dgm:t>
    </dgm:pt>
    <dgm:pt modelId="{6B476CFB-C45E-4DDF-9CA4-B8776B2A613A}" type="parTrans" cxnId="{38D98BD6-3EFA-41F7-B686-CF6FAC3723A4}">
      <dgm:prSet/>
      <dgm:spPr/>
      <dgm:t>
        <a:bodyPr/>
        <a:lstStyle/>
        <a:p>
          <a:endParaRPr lang="en-US"/>
        </a:p>
      </dgm:t>
    </dgm:pt>
    <dgm:pt modelId="{86AF5ED6-ADAD-46BE-BF0E-2CD3C32BEC53}" type="sibTrans" cxnId="{38D98BD6-3EFA-41F7-B686-CF6FAC3723A4}">
      <dgm:prSet/>
      <dgm:spPr/>
      <dgm:t>
        <a:bodyPr/>
        <a:lstStyle/>
        <a:p>
          <a:endParaRPr lang="en-US"/>
        </a:p>
      </dgm:t>
    </dgm:pt>
    <dgm:pt modelId="{C61D7E84-214E-4ED2-81F0-A9A6F9386EB9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Literature Review</a:t>
          </a:r>
        </a:p>
      </dgm:t>
    </dgm:pt>
    <dgm:pt modelId="{E967C6D6-CFDF-4247-A242-7BF52A395F55}" type="parTrans" cxnId="{3F7FFD4C-9EA2-4074-92D6-75E454A1AE4B}">
      <dgm:prSet/>
      <dgm:spPr/>
      <dgm:t>
        <a:bodyPr/>
        <a:lstStyle/>
        <a:p>
          <a:endParaRPr lang="en-US"/>
        </a:p>
      </dgm:t>
    </dgm:pt>
    <dgm:pt modelId="{CC71AA43-3033-43A4-AC90-5EF457CBE454}" type="sibTrans" cxnId="{3F7FFD4C-9EA2-4074-92D6-75E454A1AE4B}">
      <dgm:prSet/>
      <dgm:spPr/>
      <dgm:t>
        <a:bodyPr/>
        <a:lstStyle/>
        <a:p>
          <a:endParaRPr lang="en-US"/>
        </a:p>
      </dgm:t>
    </dgm:pt>
    <dgm:pt modelId="{3C013967-A679-40AC-A07F-011B2EAF3F5E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Simulation</a:t>
          </a:r>
        </a:p>
      </dgm:t>
    </dgm:pt>
    <dgm:pt modelId="{CF05CB12-71D2-48FD-88AB-075454A4D856}" type="parTrans" cxnId="{B43BB60D-65E0-45E8-BEC7-487F97B5A13D}">
      <dgm:prSet/>
      <dgm:spPr/>
      <dgm:t>
        <a:bodyPr/>
        <a:lstStyle/>
        <a:p>
          <a:endParaRPr lang="en-US"/>
        </a:p>
      </dgm:t>
    </dgm:pt>
    <dgm:pt modelId="{9B11575A-C919-4A98-963C-ABF2F6D7107B}" type="sibTrans" cxnId="{B43BB60D-65E0-45E8-BEC7-487F97B5A13D}">
      <dgm:prSet/>
      <dgm:spPr/>
      <dgm:t>
        <a:bodyPr/>
        <a:lstStyle/>
        <a:p>
          <a:endParaRPr lang="en-US"/>
        </a:p>
      </dgm:t>
    </dgm:pt>
    <dgm:pt modelId="{D8AFC951-95C8-4CCA-B56D-9A607F2D0A5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Results</a:t>
          </a:r>
        </a:p>
      </dgm:t>
    </dgm:pt>
    <dgm:pt modelId="{4FC521D4-6F24-4D92-9F07-F226176C1F57}" type="parTrans" cxnId="{CA06AFAE-B088-4E4F-9F2C-EC04DA48324A}">
      <dgm:prSet/>
      <dgm:spPr/>
      <dgm:t>
        <a:bodyPr/>
        <a:lstStyle/>
        <a:p>
          <a:endParaRPr lang="en-US"/>
        </a:p>
      </dgm:t>
    </dgm:pt>
    <dgm:pt modelId="{E0BC4B59-5E8E-4771-916A-0C290798B9D9}" type="sibTrans" cxnId="{CA06AFAE-B088-4E4F-9F2C-EC04DA48324A}">
      <dgm:prSet/>
      <dgm:spPr/>
      <dgm:t>
        <a:bodyPr/>
        <a:lstStyle/>
        <a:p>
          <a:endParaRPr lang="en-US"/>
        </a:p>
      </dgm:t>
    </dgm:pt>
    <dgm:pt modelId="{57C12D8A-8C1A-46FA-84F1-38B90103E378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Design</a:t>
          </a:r>
        </a:p>
      </dgm:t>
    </dgm:pt>
    <dgm:pt modelId="{16B0FAB9-2ED4-4AD2-9351-95F4018D9271}" type="parTrans" cxnId="{84635210-7CED-4683-B788-5E37E292FD9B}">
      <dgm:prSet/>
      <dgm:spPr/>
      <dgm:t>
        <a:bodyPr/>
        <a:lstStyle/>
        <a:p>
          <a:endParaRPr lang="en-GB"/>
        </a:p>
      </dgm:t>
    </dgm:pt>
    <dgm:pt modelId="{1968DED8-ACED-4292-8486-37DB0096021E}" type="sibTrans" cxnId="{84635210-7CED-4683-B788-5E37E292FD9B}">
      <dgm:prSet/>
      <dgm:spPr/>
      <dgm:t>
        <a:bodyPr/>
        <a:lstStyle/>
        <a:p>
          <a:endParaRPr lang="en-GB"/>
        </a:p>
      </dgm:t>
    </dgm:pt>
    <dgm:pt modelId="{5E5F9D3A-9728-4A52-A215-ED1361A050F2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Conclusion</a:t>
          </a:r>
        </a:p>
      </dgm:t>
    </dgm:pt>
    <dgm:pt modelId="{55FEE2E2-4708-41FB-B9CE-82A961407711}" type="parTrans" cxnId="{9E11D588-81D3-4B11-BEF4-5980B1251832}">
      <dgm:prSet/>
      <dgm:spPr/>
      <dgm:t>
        <a:bodyPr/>
        <a:lstStyle/>
        <a:p>
          <a:endParaRPr lang="en-GB"/>
        </a:p>
      </dgm:t>
    </dgm:pt>
    <dgm:pt modelId="{D4E300FA-4449-4DB5-B228-0AA52C54B5A0}" type="sibTrans" cxnId="{9E11D588-81D3-4B11-BEF4-5980B1251832}">
      <dgm:prSet/>
      <dgm:spPr/>
      <dgm:t>
        <a:bodyPr/>
        <a:lstStyle/>
        <a:p>
          <a:endParaRPr lang="en-GB"/>
        </a:p>
      </dgm:t>
    </dgm:pt>
    <dgm:pt modelId="{55E0A832-F3A2-4621-A966-415873BDA86E}" type="pres">
      <dgm:prSet presAssocID="{A329689B-F547-49DA-879F-C70B8A8AD99C}" presName="linear" presStyleCnt="0">
        <dgm:presLayoutVars>
          <dgm:animLvl val="lvl"/>
          <dgm:resizeHandles val="exact"/>
        </dgm:presLayoutVars>
      </dgm:prSet>
      <dgm:spPr/>
    </dgm:pt>
    <dgm:pt modelId="{EE737F8B-6CDA-4ED8-84A5-A7DAEE1ED570}" type="pres">
      <dgm:prSet presAssocID="{06E64568-4A38-45A8-B57F-319E251301E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9C80E01-2338-4C11-BDCB-0C4143B59C34}" type="pres">
      <dgm:prSet presAssocID="{4E841D98-A062-4A9F-BE7E-203B0A7DCD9F}" presName="spacer" presStyleCnt="0"/>
      <dgm:spPr/>
    </dgm:pt>
    <dgm:pt modelId="{DE097859-5A11-4876-ABDC-53BE8D492093}" type="pres">
      <dgm:prSet presAssocID="{C61D7E84-214E-4ED2-81F0-A9A6F9386E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10B8024-9ADB-4D7C-B967-23721742D6DA}" type="pres">
      <dgm:prSet presAssocID="{CC71AA43-3033-43A4-AC90-5EF457CBE454}" presName="spacer" presStyleCnt="0"/>
      <dgm:spPr/>
    </dgm:pt>
    <dgm:pt modelId="{8E7CE953-9633-4AE0-8102-CA39EEA75DC2}" type="pres">
      <dgm:prSet presAssocID="{57C12D8A-8C1A-46FA-84F1-38B90103E37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101847C-CC88-4D50-BE30-C0AF8ADDDB79}" type="pres">
      <dgm:prSet presAssocID="{1968DED8-ACED-4292-8486-37DB0096021E}" presName="spacer" presStyleCnt="0"/>
      <dgm:spPr/>
    </dgm:pt>
    <dgm:pt modelId="{B1896AFD-4E7A-4664-B756-8A776AF54679}" type="pres">
      <dgm:prSet presAssocID="{3C013967-A679-40AC-A07F-011B2EAF3F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EBEBC8A-B878-468A-8B77-0374EA8A6D83}" type="pres">
      <dgm:prSet presAssocID="{9B11575A-C919-4A98-963C-ABF2F6D7107B}" presName="spacer" presStyleCnt="0"/>
      <dgm:spPr/>
    </dgm:pt>
    <dgm:pt modelId="{733AC3BE-5D73-41C0-AA44-65F8BBF973C9}" type="pres">
      <dgm:prSet presAssocID="{D8AFC951-95C8-4CCA-B56D-9A607F2D0A5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2C82733-3451-4B57-9032-A18975E8BE69}" type="pres">
      <dgm:prSet presAssocID="{E0BC4B59-5E8E-4771-916A-0C290798B9D9}" presName="spacer" presStyleCnt="0"/>
      <dgm:spPr/>
    </dgm:pt>
    <dgm:pt modelId="{7458F84A-56AD-4C13-9D43-0A618A475F28}" type="pres">
      <dgm:prSet presAssocID="{5E5F9D3A-9728-4A52-A215-ED1361A050F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50BA47A-CDE4-458D-A052-18DD07BCA3A7}" type="pres">
      <dgm:prSet presAssocID="{D4E300FA-4449-4DB5-B228-0AA52C54B5A0}" presName="spacer" presStyleCnt="0"/>
      <dgm:spPr/>
    </dgm:pt>
    <dgm:pt modelId="{27EA81C7-4534-411F-A83B-9455757B4A4A}" type="pres">
      <dgm:prSet presAssocID="{329F2D17-AD16-4D80-AEE0-777F83B396E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C063A0D-0AC4-4A4B-80C8-8D1BFCC2ED8B}" type="presOf" srcId="{A329689B-F547-49DA-879F-C70B8A8AD99C}" destId="{55E0A832-F3A2-4621-A966-415873BDA86E}" srcOrd="0" destOrd="0" presId="urn:microsoft.com/office/officeart/2005/8/layout/vList2"/>
    <dgm:cxn modelId="{B43BB60D-65E0-45E8-BEC7-487F97B5A13D}" srcId="{A329689B-F547-49DA-879F-C70B8A8AD99C}" destId="{3C013967-A679-40AC-A07F-011B2EAF3F5E}" srcOrd="3" destOrd="0" parTransId="{CF05CB12-71D2-48FD-88AB-075454A4D856}" sibTransId="{9B11575A-C919-4A98-963C-ABF2F6D7107B}"/>
    <dgm:cxn modelId="{84635210-7CED-4683-B788-5E37E292FD9B}" srcId="{A329689B-F547-49DA-879F-C70B8A8AD99C}" destId="{57C12D8A-8C1A-46FA-84F1-38B90103E378}" srcOrd="2" destOrd="0" parTransId="{16B0FAB9-2ED4-4AD2-9351-95F4018D9271}" sibTransId="{1968DED8-ACED-4292-8486-37DB0096021E}"/>
    <dgm:cxn modelId="{B2F5A767-8BF6-4D6B-9358-BA9BF3DFEA6D}" type="presOf" srcId="{D8AFC951-95C8-4CCA-B56D-9A607F2D0A5B}" destId="{733AC3BE-5D73-41C0-AA44-65F8BBF973C9}" srcOrd="0" destOrd="0" presId="urn:microsoft.com/office/officeart/2005/8/layout/vList2"/>
    <dgm:cxn modelId="{3F7FFD4C-9EA2-4074-92D6-75E454A1AE4B}" srcId="{A329689B-F547-49DA-879F-C70B8A8AD99C}" destId="{C61D7E84-214E-4ED2-81F0-A9A6F9386EB9}" srcOrd="1" destOrd="0" parTransId="{E967C6D6-CFDF-4247-A242-7BF52A395F55}" sibTransId="{CC71AA43-3033-43A4-AC90-5EF457CBE454}"/>
    <dgm:cxn modelId="{6C4D926E-FF3C-49E7-BE92-4113126C36B2}" type="presOf" srcId="{C61D7E84-214E-4ED2-81F0-A9A6F9386EB9}" destId="{DE097859-5A11-4876-ABDC-53BE8D492093}" srcOrd="0" destOrd="0" presId="urn:microsoft.com/office/officeart/2005/8/layout/vList2"/>
    <dgm:cxn modelId="{8C295B71-5FE4-456E-A89F-D0ED965E55AE}" type="presOf" srcId="{57C12D8A-8C1A-46FA-84F1-38B90103E378}" destId="{8E7CE953-9633-4AE0-8102-CA39EEA75DC2}" srcOrd="0" destOrd="0" presId="urn:microsoft.com/office/officeart/2005/8/layout/vList2"/>
    <dgm:cxn modelId="{0910AB77-98A7-4702-8154-EF195FD6FB23}" type="presOf" srcId="{5E5F9D3A-9728-4A52-A215-ED1361A050F2}" destId="{7458F84A-56AD-4C13-9D43-0A618A475F28}" srcOrd="0" destOrd="0" presId="urn:microsoft.com/office/officeart/2005/8/layout/vList2"/>
    <dgm:cxn modelId="{9E11D588-81D3-4B11-BEF4-5980B1251832}" srcId="{A329689B-F547-49DA-879F-C70B8A8AD99C}" destId="{5E5F9D3A-9728-4A52-A215-ED1361A050F2}" srcOrd="5" destOrd="0" parTransId="{55FEE2E2-4708-41FB-B9CE-82A961407711}" sibTransId="{D4E300FA-4449-4DB5-B228-0AA52C54B5A0}"/>
    <dgm:cxn modelId="{3934288B-6DBF-4624-822D-DC67DA3C082E}" type="presOf" srcId="{3C013967-A679-40AC-A07F-011B2EAF3F5E}" destId="{B1896AFD-4E7A-4664-B756-8A776AF54679}" srcOrd="0" destOrd="0" presId="urn:microsoft.com/office/officeart/2005/8/layout/vList2"/>
    <dgm:cxn modelId="{4CDC4199-A24B-4CA1-A427-24FD76B84B5D}" srcId="{A329689B-F547-49DA-879F-C70B8A8AD99C}" destId="{06E64568-4A38-45A8-B57F-319E251301EB}" srcOrd="0" destOrd="0" parTransId="{464D738B-BCA1-460E-8AA6-44641D974FE8}" sibTransId="{4E841D98-A062-4A9F-BE7E-203B0A7DCD9F}"/>
    <dgm:cxn modelId="{CA06AFAE-B088-4E4F-9F2C-EC04DA48324A}" srcId="{A329689B-F547-49DA-879F-C70B8A8AD99C}" destId="{D8AFC951-95C8-4CCA-B56D-9A607F2D0A5B}" srcOrd="4" destOrd="0" parTransId="{4FC521D4-6F24-4D92-9F07-F226176C1F57}" sibTransId="{E0BC4B59-5E8E-4771-916A-0C290798B9D9}"/>
    <dgm:cxn modelId="{97DF27B7-623D-41D3-B8F7-63F2BDEFA6F6}" type="presOf" srcId="{329F2D17-AD16-4D80-AEE0-777F83B396E3}" destId="{27EA81C7-4534-411F-A83B-9455757B4A4A}" srcOrd="0" destOrd="0" presId="urn:microsoft.com/office/officeart/2005/8/layout/vList2"/>
    <dgm:cxn modelId="{38D98BD6-3EFA-41F7-B686-CF6FAC3723A4}" srcId="{A329689B-F547-49DA-879F-C70B8A8AD99C}" destId="{329F2D17-AD16-4D80-AEE0-777F83B396E3}" srcOrd="6" destOrd="0" parTransId="{6B476CFB-C45E-4DDF-9CA4-B8776B2A613A}" sibTransId="{86AF5ED6-ADAD-46BE-BF0E-2CD3C32BEC53}"/>
    <dgm:cxn modelId="{CDDBA0E5-70A1-4D65-9AA6-95B4AF8E33EB}" type="presOf" srcId="{06E64568-4A38-45A8-B57F-319E251301EB}" destId="{EE737F8B-6CDA-4ED8-84A5-A7DAEE1ED570}" srcOrd="0" destOrd="0" presId="urn:microsoft.com/office/officeart/2005/8/layout/vList2"/>
    <dgm:cxn modelId="{6B84E407-C7D4-4406-8C3B-B7733AEE5BD2}" type="presParOf" srcId="{55E0A832-F3A2-4621-A966-415873BDA86E}" destId="{EE737F8B-6CDA-4ED8-84A5-A7DAEE1ED570}" srcOrd="0" destOrd="0" presId="urn:microsoft.com/office/officeart/2005/8/layout/vList2"/>
    <dgm:cxn modelId="{416019FE-D231-47F6-A9EB-C7C31D78AA3B}" type="presParOf" srcId="{55E0A832-F3A2-4621-A966-415873BDA86E}" destId="{69C80E01-2338-4C11-BDCB-0C4143B59C34}" srcOrd="1" destOrd="0" presId="urn:microsoft.com/office/officeart/2005/8/layout/vList2"/>
    <dgm:cxn modelId="{E01B6C37-B73D-441B-8172-0893BF715124}" type="presParOf" srcId="{55E0A832-F3A2-4621-A966-415873BDA86E}" destId="{DE097859-5A11-4876-ABDC-53BE8D492093}" srcOrd="2" destOrd="0" presId="urn:microsoft.com/office/officeart/2005/8/layout/vList2"/>
    <dgm:cxn modelId="{EFF20375-5CE1-4332-9696-4818C1466719}" type="presParOf" srcId="{55E0A832-F3A2-4621-A966-415873BDA86E}" destId="{610B8024-9ADB-4D7C-B967-23721742D6DA}" srcOrd="3" destOrd="0" presId="urn:microsoft.com/office/officeart/2005/8/layout/vList2"/>
    <dgm:cxn modelId="{566BE58C-4349-428B-BA32-080EA842E6B8}" type="presParOf" srcId="{55E0A832-F3A2-4621-A966-415873BDA86E}" destId="{8E7CE953-9633-4AE0-8102-CA39EEA75DC2}" srcOrd="4" destOrd="0" presId="urn:microsoft.com/office/officeart/2005/8/layout/vList2"/>
    <dgm:cxn modelId="{8CEDE7EF-A7B3-42C5-A923-AFE8C1579C57}" type="presParOf" srcId="{55E0A832-F3A2-4621-A966-415873BDA86E}" destId="{9101847C-CC88-4D50-BE30-C0AF8ADDDB79}" srcOrd="5" destOrd="0" presId="urn:microsoft.com/office/officeart/2005/8/layout/vList2"/>
    <dgm:cxn modelId="{65EECA80-56EC-413E-AEBD-9D472C61B898}" type="presParOf" srcId="{55E0A832-F3A2-4621-A966-415873BDA86E}" destId="{B1896AFD-4E7A-4664-B756-8A776AF54679}" srcOrd="6" destOrd="0" presId="urn:microsoft.com/office/officeart/2005/8/layout/vList2"/>
    <dgm:cxn modelId="{C38BC24D-A54F-476F-8F16-EC9DD06F27BA}" type="presParOf" srcId="{55E0A832-F3A2-4621-A966-415873BDA86E}" destId="{5EBEBC8A-B878-468A-8B77-0374EA8A6D83}" srcOrd="7" destOrd="0" presId="urn:microsoft.com/office/officeart/2005/8/layout/vList2"/>
    <dgm:cxn modelId="{E0D890A5-A2A1-4DF5-868A-145F5A624849}" type="presParOf" srcId="{55E0A832-F3A2-4621-A966-415873BDA86E}" destId="{733AC3BE-5D73-41C0-AA44-65F8BBF973C9}" srcOrd="8" destOrd="0" presId="urn:microsoft.com/office/officeart/2005/8/layout/vList2"/>
    <dgm:cxn modelId="{9015F559-161C-4D93-9125-1408BB7C9B6F}" type="presParOf" srcId="{55E0A832-F3A2-4621-A966-415873BDA86E}" destId="{52C82733-3451-4B57-9032-A18975E8BE69}" srcOrd="9" destOrd="0" presId="urn:microsoft.com/office/officeart/2005/8/layout/vList2"/>
    <dgm:cxn modelId="{445D0DE2-C73E-4AB5-8850-0A1D5CEBA2E8}" type="presParOf" srcId="{55E0A832-F3A2-4621-A966-415873BDA86E}" destId="{7458F84A-56AD-4C13-9D43-0A618A475F28}" srcOrd="10" destOrd="0" presId="urn:microsoft.com/office/officeart/2005/8/layout/vList2"/>
    <dgm:cxn modelId="{7BD9D38A-D9F6-4694-A52E-EDA65ADC29A0}" type="presParOf" srcId="{55E0A832-F3A2-4621-A966-415873BDA86E}" destId="{F50BA47A-CDE4-458D-A052-18DD07BCA3A7}" srcOrd="11" destOrd="0" presId="urn:microsoft.com/office/officeart/2005/8/layout/vList2"/>
    <dgm:cxn modelId="{54D8F96C-48B0-4A1D-AA75-3F8337DE8BB8}" type="presParOf" srcId="{55E0A832-F3A2-4621-A966-415873BDA86E}" destId="{27EA81C7-4534-411F-A83B-9455757B4A4A}" srcOrd="12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29689B-F547-49DA-879F-C70B8A8AD9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E64568-4A38-45A8-B57F-319E251301E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Summary</a:t>
          </a:r>
        </a:p>
      </dgm:t>
    </dgm:pt>
    <dgm:pt modelId="{464D738B-BCA1-460E-8AA6-44641D974FE8}" type="parTrans" cxnId="{4CDC4199-A24B-4CA1-A427-24FD76B84B5D}">
      <dgm:prSet/>
      <dgm:spPr/>
      <dgm:t>
        <a:bodyPr/>
        <a:lstStyle/>
        <a:p>
          <a:endParaRPr lang="en-US"/>
        </a:p>
      </dgm:t>
    </dgm:pt>
    <dgm:pt modelId="{4E841D98-A062-4A9F-BE7E-203B0A7DCD9F}" type="sibTrans" cxnId="{4CDC4199-A24B-4CA1-A427-24FD76B84B5D}">
      <dgm:prSet/>
      <dgm:spPr/>
      <dgm:t>
        <a:bodyPr/>
        <a:lstStyle/>
        <a:p>
          <a:endParaRPr lang="en-US"/>
        </a:p>
      </dgm:t>
    </dgm:pt>
    <dgm:pt modelId="{329F2D17-AD16-4D80-AEE0-777F83B396E3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Acknowledgement and References</a:t>
          </a:r>
        </a:p>
      </dgm:t>
    </dgm:pt>
    <dgm:pt modelId="{6B476CFB-C45E-4DDF-9CA4-B8776B2A613A}" type="parTrans" cxnId="{38D98BD6-3EFA-41F7-B686-CF6FAC3723A4}">
      <dgm:prSet/>
      <dgm:spPr/>
      <dgm:t>
        <a:bodyPr/>
        <a:lstStyle/>
        <a:p>
          <a:endParaRPr lang="en-US"/>
        </a:p>
      </dgm:t>
    </dgm:pt>
    <dgm:pt modelId="{86AF5ED6-ADAD-46BE-BF0E-2CD3C32BEC53}" type="sibTrans" cxnId="{38D98BD6-3EFA-41F7-B686-CF6FAC3723A4}">
      <dgm:prSet/>
      <dgm:spPr/>
      <dgm:t>
        <a:bodyPr/>
        <a:lstStyle/>
        <a:p>
          <a:endParaRPr lang="en-US"/>
        </a:p>
      </dgm:t>
    </dgm:pt>
    <dgm:pt modelId="{C61D7E84-214E-4ED2-81F0-A9A6F9386EB9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Literature Review</a:t>
          </a:r>
        </a:p>
      </dgm:t>
    </dgm:pt>
    <dgm:pt modelId="{E967C6D6-CFDF-4247-A242-7BF52A395F55}" type="parTrans" cxnId="{3F7FFD4C-9EA2-4074-92D6-75E454A1AE4B}">
      <dgm:prSet/>
      <dgm:spPr/>
      <dgm:t>
        <a:bodyPr/>
        <a:lstStyle/>
        <a:p>
          <a:endParaRPr lang="en-US"/>
        </a:p>
      </dgm:t>
    </dgm:pt>
    <dgm:pt modelId="{CC71AA43-3033-43A4-AC90-5EF457CBE454}" type="sibTrans" cxnId="{3F7FFD4C-9EA2-4074-92D6-75E454A1AE4B}">
      <dgm:prSet/>
      <dgm:spPr/>
      <dgm:t>
        <a:bodyPr/>
        <a:lstStyle/>
        <a:p>
          <a:endParaRPr lang="en-US"/>
        </a:p>
      </dgm:t>
    </dgm:pt>
    <dgm:pt modelId="{3C013967-A679-40AC-A07F-011B2EAF3F5E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Simulation</a:t>
          </a:r>
        </a:p>
      </dgm:t>
    </dgm:pt>
    <dgm:pt modelId="{CF05CB12-71D2-48FD-88AB-075454A4D856}" type="parTrans" cxnId="{B43BB60D-65E0-45E8-BEC7-487F97B5A13D}">
      <dgm:prSet/>
      <dgm:spPr/>
      <dgm:t>
        <a:bodyPr/>
        <a:lstStyle/>
        <a:p>
          <a:endParaRPr lang="en-US"/>
        </a:p>
      </dgm:t>
    </dgm:pt>
    <dgm:pt modelId="{9B11575A-C919-4A98-963C-ABF2F6D7107B}" type="sibTrans" cxnId="{B43BB60D-65E0-45E8-BEC7-487F97B5A13D}">
      <dgm:prSet/>
      <dgm:spPr/>
      <dgm:t>
        <a:bodyPr/>
        <a:lstStyle/>
        <a:p>
          <a:endParaRPr lang="en-US"/>
        </a:p>
      </dgm:t>
    </dgm:pt>
    <dgm:pt modelId="{D8AFC951-95C8-4CCA-B56D-9A607F2D0A5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Results</a:t>
          </a:r>
        </a:p>
      </dgm:t>
    </dgm:pt>
    <dgm:pt modelId="{4FC521D4-6F24-4D92-9F07-F226176C1F57}" type="parTrans" cxnId="{CA06AFAE-B088-4E4F-9F2C-EC04DA48324A}">
      <dgm:prSet/>
      <dgm:spPr/>
      <dgm:t>
        <a:bodyPr/>
        <a:lstStyle/>
        <a:p>
          <a:endParaRPr lang="en-US"/>
        </a:p>
      </dgm:t>
    </dgm:pt>
    <dgm:pt modelId="{E0BC4B59-5E8E-4771-916A-0C290798B9D9}" type="sibTrans" cxnId="{CA06AFAE-B088-4E4F-9F2C-EC04DA48324A}">
      <dgm:prSet/>
      <dgm:spPr/>
      <dgm:t>
        <a:bodyPr/>
        <a:lstStyle/>
        <a:p>
          <a:endParaRPr lang="en-US"/>
        </a:p>
      </dgm:t>
    </dgm:pt>
    <dgm:pt modelId="{57C12D8A-8C1A-46FA-84F1-38B90103E378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Design</a:t>
          </a:r>
        </a:p>
      </dgm:t>
    </dgm:pt>
    <dgm:pt modelId="{16B0FAB9-2ED4-4AD2-9351-95F4018D9271}" type="parTrans" cxnId="{84635210-7CED-4683-B788-5E37E292FD9B}">
      <dgm:prSet/>
      <dgm:spPr/>
      <dgm:t>
        <a:bodyPr/>
        <a:lstStyle/>
        <a:p>
          <a:endParaRPr lang="en-GB"/>
        </a:p>
      </dgm:t>
    </dgm:pt>
    <dgm:pt modelId="{1968DED8-ACED-4292-8486-37DB0096021E}" type="sibTrans" cxnId="{84635210-7CED-4683-B788-5E37E292FD9B}">
      <dgm:prSet/>
      <dgm:spPr/>
      <dgm:t>
        <a:bodyPr/>
        <a:lstStyle/>
        <a:p>
          <a:endParaRPr lang="en-GB"/>
        </a:p>
      </dgm:t>
    </dgm:pt>
    <dgm:pt modelId="{5E5F9D3A-9728-4A52-A215-ED1361A050F2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Conclusion</a:t>
          </a:r>
        </a:p>
      </dgm:t>
    </dgm:pt>
    <dgm:pt modelId="{55FEE2E2-4708-41FB-B9CE-82A961407711}" type="parTrans" cxnId="{9E11D588-81D3-4B11-BEF4-5980B1251832}">
      <dgm:prSet/>
      <dgm:spPr/>
      <dgm:t>
        <a:bodyPr/>
        <a:lstStyle/>
        <a:p>
          <a:endParaRPr lang="en-GB"/>
        </a:p>
      </dgm:t>
    </dgm:pt>
    <dgm:pt modelId="{D4E300FA-4449-4DB5-B228-0AA52C54B5A0}" type="sibTrans" cxnId="{9E11D588-81D3-4B11-BEF4-5980B1251832}">
      <dgm:prSet/>
      <dgm:spPr/>
      <dgm:t>
        <a:bodyPr/>
        <a:lstStyle/>
        <a:p>
          <a:endParaRPr lang="en-GB"/>
        </a:p>
      </dgm:t>
    </dgm:pt>
    <dgm:pt modelId="{55E0A832-F3A2-4621-A966-415873BDA86E}" type="pres">
      <dgm:prSet presAssocID="{A329689B-F547-49DA-879F-C70B8A8AD99C}" presName="linear" presStyleCnt="0">
        <dgm:presLayoutVars>
          <dgm:animLvl val="lvl"/>
          <dgm:resizeHandles val="exact"/>
        </dgm:presLayoutVars>
      </dgm:prSet>
      <dgm:spPr/>
    </dgm:pt>
    <dgm:pt modelId="{EE737F8B-6CDA-4ED8-84A5-A7DAEE1ED570}" type="pres">
      <dgm:prSet presAssocID="{06E64568-4A38-45A8-B57F-319E251301E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9C80E01-2338-4C11-BDCB-0C4143B59C34}" type="pres">
      <dgm:prSet presAssocID="{4E841D98-A062-4A9F-BE7E-203B0A7DCD9F}" presName="spacer" presStyleCnt="0"/>
      <dgm:spPr/>
    </dgm:pt>
    <dgm:pt modelId="{DE097859-5A11-4876-ABDC-53BE8D492093}" type="pres">
      <dgm:prSet presAssocID="{C61D7E84-214E-4ED2-81F0-A9A6F9386E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10B8024-9ADB-4D7C-B967-23721742D6DA}" type="pres">
      <dgm:prSet presAssocID="{CC71AA43-3033-43A4-AC90-5EF457CBE454}" presName="spacer" presStyleCnt="0"/>
      <dgm:spPr/>
    </dgm:pt>
    <dgm:pt modelId="{8E7CE953-9633-4AE0-8102-CA39EEA75DC2}" type="pres">
      <dgm:prSet presAssocID="{57C12D8A-8C1A-46FA-84F1-38B90103E37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101847C-CC88-4D50-BE30-C0AF8ADDDB79}" type="pres">
      <dgm:prSet presAssocID="{1968DED8-ACED-4292-8486-37DB0096021E}" presName="spacer" presStyleCnt="0"/>
      <dgm:spPr/>
    </dgm:pt>
    <dgm:pt modelId="{B1896AFD-4E7A-4664-B756-8A776AF54679}" type="pres">
      <dgm:prSet presAssocID="{3C013967-A679-40AC-A07F-011B2EAF3F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EBEBC8A-B878-468A-8B77-0374EA8A6D83}" type="pres">
      <dgm:prSet presAssocID="{9B11575A-C919-4A98-963C-ABF2F6D7107B}" presName="spacer" presStyleCnt="0"/>
      <dgm:spPr/>
    </dgm:pt>
    <dgm:pt modelId="{733AC3BE-5D73-41C0-AA44-65F8BBF973C9}" type="pres">
      <dgm:prSet presAssocID="{D8AFC951-95C8-4CCA-B56D-9A607F2D0A5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2C82733-3451-4B57-9032-A18975E8BE69}" type="pres">
      <dgm:prSet presAssocID="{E0BC4B59-5E8E-4771-916A-0C290798B9D9}" presName="spacer" presStyleCnt="0"/>
      <dgm:spPr/>
    </dgm:pt>
    <dgm:pt modelId="{7458F84A-56AD-4C13-9D43-0A618A475F28}" type="pres">
      <dgm:prSet presAssocID="{5E5F9D3A-9728-4A52-A215-ED1361A050F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50BA47A-CDE4-458D-A052-18DD07BCA3A7}" type="pres">
      <dgm:prSet presAssocID="{D4E300FA-4449-4DB5-B228-0AA52C54B5A0}" presName="spacer" presStyleCnt="0"/>
      <dgm:spPr/>
    </dgm:pt>
    <dgm:pt modelId="{27EA81C7-4534-411F-A83B-9455757B4A4A}" type="pres">
      <dgm:prSet presAssocID="{329F2D17-AD16-4D80-AEE0-777F83B396E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C063A0D-0AC4-4A4B-80C8-8D1BFCC2ED8B}" type="presOf" srcId="{A329689B-F547-49DA-879F-C70B8A8AD99C}" destId="{55E0A832-F3A2-4621-A966-415873BDA86E}" srcOrd="0" destOrd="0" presId="urn:microsoft.com/office/officeart/2005/8/layout/vList2"/>
    <dgm:cxn modelId="{B43BB60D-65E0-45E8-BEC7-487F97B5A13D}" srcId="{A329689B-F547-49DA-879F-C70B8A8AD99C}" destId="{3C013967-A679-40AC-A07F-011B2EAF3F5E}" srcOrd="3" destOrd="0" parTransId="{CF05CB12-71D2-48FD-88AB-075454A4D856}" sibTransId="{9B11575A-C919-4A98-963C-ABF2F6D7107B}"/>
    <dgm:cxn modelId="{84635210-7CED-4683-B788-5E37E292FD9B}" srcId="{A329689B-F547-49DA-879F-C70B8A8AD99C}" destId="{57C12D8A-8C1A-46FA-84F1-38B90103E378}" srcOrd="2" destOrd="0" parTransId="{16B0FAB9-2ED4-4AD2-9351-95F4018D9271}" sibTransId="{1968DED8-ACED-4292-8486-37DB0096021E}"/>
    <dgm:cxn modelId="{B2F5A767-8BF6-4D6B-9358-BA9BF3DFEA6D}" type="presOf" srcId="{D8AFC951-95C8-4CCA-B56D-9A607F2D0A5B}" destId="{733AC3BE-5D73-41C0-AA44-65F8BBF973C9}" srcOrd="0" destOrd="0" presId="urn:microsoft.com/office/officeart/2005/8/layout/vList2"/>
    <dgm:cxn modelId="{3F7FFD4C-9EA2-4074-92D6-75E454A1AE4B}" srcId="{A329689B-F547-49DA-879F-C70B8A8AD99C}" destId="{C61D7E84-214E-4ED2-81F0-A9A6F9386EB9}" srcOrd="1" destOrd="0" parTransId="{E967C6D6-CFDF-4247-A242-7BF52A395F55}" sibTransId="{CC71AA43-3033-43A4-AC90-5EF457CBE454}"/>
    <dgm:cxn modelId="{6C4D926E-FF3C-49E7-BE92-4113126C36B2}" type="presOf" srcId="{C61D7E84-214E-4ED2-81F0-A9A6F9386EB9}" destId="{DE097859-5A11-4876-ABDC-53BE8D492093}" srcOrd="0" destOrd="0" presId="urn:microsoft.com/office/officeart/2005/8/layout/vList2"/>
    <dgm:cxn modelId="{8C295B71-5FE4-456E-A89F-D0ED965E55AE}" type="presOf" srcId="{57C12D8A-8C1A-46FA-84F1-38B90103E378}" destId="{8E7CE953-9633-4AE0-8102-CA39EEA75DC2}" srcOrd="0" destOrd="0" presId="urn:microsoft.com/office/officeart/2005/8/layout/vList2"/>
    <dgm:cxn modelId="{0910AB77-98A7-4702-8154-EF195FD6FB23}" type="presOf" srcId="{5E5F9D3A-9728-4A52-A215-ED1361A050F2}" destId="{7458F84A-56AD-4C13-9D43-0A618A475F28}" srcOrd="0" destOrd="0" presId="urn:microsoft.com/office/officeart/2005/8/layout/vList2"/>
    <dgm:cxn modelId="{9E11D588-81D3-4B11-BEF4-5980B1251832}" srcId="{A329689B-F547-49DA-879F-C70B8A8AD99C}" destId="{5E5F9D3A-9728-4A52-A215-ED1361A050F2}" srcOrd="5" destOrd="0" parTransId="{55FEE2E2-4708-41FB-B9CE-82A961407711}" sibTransId="{D4E300FA-4449-4DB5-B228-0AA52C54B5A0}"/>
    <dgm:cxn modelId="{3934288B-6DBF-4624-822D-DC67DA3C082E}" type="presOf" srcId="{3C013967-A679-40AC-A07F-011B2EAF3F5E}" destId="{B1896AFD-4E7A-4664-B756-8A776AF54679}" srcOrd="0" destOrd="0" presId="urn:microsoft.com/office/officeart/2005/8/layout/vList2"/>
    <dgm:cxn modelId="{4CDC4199-A24B-4CA1-A427-24FD76B84B5D}" srcId="{A329689B-F547-49DA-879F-C70B8A8AD99C}" destId="{06E64568-4A38-45A8-B57F-319E251301EB}" srcOrd="0" destOrd="0" parTransId="{464D738B-BCA1-460E-8AA6-44641D974FE8}" sibTransId="{4E841D98-A062-4A9F-BE7E-203B0A7DCD9F}"/>
    <dgm:cxn modelId="{CA06AFAE-B088-4E4F-9F2C-EC04DA48324A}" srcId="{A329689B-F547-49DA-879F-C70B8A8AD99C}" destId="{D8AFC951-95C8-4CCA-B56D-9A607F2D0A5B}" srcOrd="4" destOrd="0" parTransId="{4FC521D4-6F24-4D92-9F07-F226176C1F57}" sibTransId="{E0BC4B59-5E8E-4771-916A-0C290798B9D9}"/>
    <dgm:cxn modelId="{97DF27B7-623D-41D3-B8F7-63F2BDEFA6F6}" type="presOf" srcId="{329F2D17-AD16-4D80-AEE0-777F83B396E3}" destId="{27EA81C7-4534-411F-A83B-9455757B4A4A}" srcOrd="0" destOrd="0" presId="urn:microsoft.com/office/officeart/2005/8/layout/vList2"/>
    <dgm:cxn modelId="{38D98BD6-3EFA-41F7-B686-CF6FAC3723A4}" srcId="{A329689B-F547-49DA-879F-C70B8A8AD99C}" destId="{329F2D17-AD16-4D80-AEE0-777F83B396E3}" srcOrd="6" destOrd="0" parTransId="{6B476CFB-C45E-4DDF-9CA4-B8776B2A613A}" sibTransId="{86AF5ED6-ADAD-46BE-BF0E-2CD3C32BEC53}"/>
    <dgm:cxn modelId="{CDDBA0E5-70A1-4D65-9AA6-95B4AF8E33EB}" type="presOf" srcId="{06E64568-4A38-45A8-B57F-319E251301EB}" destId="{EE737F8B-6CDA-4ED8-84A5-A7DAEE1ED570}" srcOrd="0" destOrd="0" presId="urn:microsoft.com/office/officeart/2005/8/layout/vList2"/>
    <dgm:cxn modelId="{6B84E407-C7D4-4406-8C3B-B7733AEE5BD2}" type="presParOf" srcId="{55E0A832-F3A2-4621-A966-415873BDA86E}" destId="{EE737F8B-6CDA-4ED8-84A5-A7DAEE1ED570}" srcOrd="0" destOrd="0" presId="urn:microsoft.com/office/officeart/2005/8/layout/vList2"/>
    <dgm:cxn modelId="{416019FE-D231-47F6-A9EB-C7C31D78AA3B}" type="presParOf" srcId="{55E0A832-F3A2-4621-A966-415873BDA86E}" destId="{69C80E01-2338-4C11-BDCB-0C4143B59C34}" srcOrd="1" destOrd="0" presId="urn:microsoft.com/office/officeart/2005/8/layout/vList2"/>
    <dgm:cxn modelId="{E01B6C37-B73D-441B-8172-0893BF715124}" type="presParOf" srcId="{55E0A832-F3A2-4621-A966-415873BDA86E}" destId="{DE097859-5A11-4876-ABDC-53BE8D492093}" srcOrd="2" destOrd="0" presId="urn:microsoft.com/office/officeart/2005/8/layout/vList2"/>
    <dgm:cxn modelId="{EFF20375-5CE1-4332-9696-4818C1466719}" type="presParOf" srcId="{55E0A832-F3A2-4621-A966-415873BDA86E}" destId="{610B8024-9ADB-4D7C-B967-23721742D6DA}" srcOrd="3" destOrd="0" presId="urn:microsoft.com/office/officeart/2005/8/layout/vList2"/>
    <dgm:cxn modelId="{566BE58C-4349-428B-BA32-080EA842E6B8}" type="presParOf" srcId="{55E0A832-F3A2-4621-A966-415873BDA86E}" destId="{8E7CE953-9633-4AE0-8102-CA39EEA75DC2}" srcOrd="4" destOrd="0" presId="urn:microsoft.com/office/officeart/2005/8/layout/vList2"/>
    <dgm:cxn modelId="{8CEDE7EF-A7B3-42C5-A923-AFE8C1579C57}" type="presParOf" srcId="{55E0A832-F3A2-4621-A966-415873BDA86E}" destId="{9101847C-CC88-4D50-BE30-C0AF8ADDDB79}" srcOrd="5" destOrd="0" presId="urn:microsoft.com/office/officeart/2005/8/layout/vList2"/>
    <dgm:cxn modelId="{65EECA80-56EC-413E-AEBD-9D472C61B898}" type="presParOf" srcId="{55E0A832-F3A2-4621-A966-415873BDA86E}" destId="{B1896AFD-4E7A-4664-B756-8A776AF54679}" srcOrd="6" destOrd="0" presId="urn:microsoft.com/office/officeart/2005/8/layout/vList2"/>
    <dgm:cxn modelId="{C38BC24D-A54F-476F-8F16-EC9DD06F27BA}" type="presParOf" srcId="{55E0A832-F3A2-4621-A966-415873BDA86E}" destId="{5EBEBC8A-B878-468A-8B77-0374EA8A6D83}" srcOrd="7" destOrd="0" presId="urn:microsoft.com/office/officeart/2005/8/layout/vList2"/>
    <dgm:cxn modelId="{E0D890A5-A2A1-4DF5-868A-145F5A624849}" type="presParOf" srcId="{55E0A832-F3A2-4621-A966-415873BDA86E}" destId="{733AC3BE-5D73-41C0-AA44-65F8BBF973C9}" srcOrd="8" destOrd="0" presId="urn:microsoft.com/office/officeart/2005/8/layout/vList2"/>
    <dgm:cxn modelId="{9015F559-161C-4D93-9125-1408BB7C9B6F}" type="presParOf" srcId="{55E0A832-F3A2-4621-A966-415873BDA86E}" destId="{52C82733-3451-4B57-9032-A18975E8BE69}" srcOrd="9" destOrd="0" presId="urn:microsoft.com/office/officeart/2005/8/layout/vList2"/>
    <dgm:cxn modelId="{445D0DE2-C73E-4AB5-8850-0A1D5CEBA2E8}" type="presParOf" srcId="{55E0A832-F3A2-4621-A966-415873BDA86E}" destId="{7458F84A-56AD-4C13-9D43-0A618A475F28}" srcOrd="10" destOrd="0" presId="urn:microsoft.com/office/officeart/2005/8/layout/vList2"/>
    <dgm:cxn modelId="{7BD9D38A-D9F6-4694-A52E-EDA65ADC29A0}" type="presParOf" srcId="{55E0A832-F3A2-4621-A966-415873BDA86E}" destId="{F50BA47A-CDE4-458D-A052-18DD07BCA3A7}" srcOrd="11" destOrd="0" presId="urn:microsoft.com/office/officeart/2005/8/layout/vList2"/>
    <dgm:cxn modelId="{54D8F96C-48B0-4A1D-AA75-3F8337DE8BB8}" type="presParOf" srcId="{55E0A832-F3A2-4621-A966-415873BDA86E}" destId="{27EA81C7-4534-411F-A83B-9455757B4A4A}" srcOrd="12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329689B-F547-49DA-879F-C70B8A8AD9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E64568-4A38-45A8-B57F-319E251301E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Summary</a:t>
          </a:r>
        </a:p>
      </dgm:t>
    </dgm:pt>
    <dgm:pt modelId="{464D738B-BCA1-460E-8AA6-44641D974FE8}" type="parTrans" cxnId="{4CDC4199-A24B-4CA1-A427-24FD76B84B5D}">
      <dgm:prSet/>
      <dgm:spPr/>
      <dgm:t>
        <a:bodyPr/>
        <a:lstStyle/>
        <a:p>
          <a:endParaRPr lang="en-US"/>
        </a:p>
      </dgm:t>
    </dgm:pt>
    <dgm:pt modelId="{4E841D98-A062-4A9F-BE7E-203B0A7DCD9F}" type="sibTrans" cxnId="{4CDC4199-A24B-4CA1-A427-24FD76B84B5D}">
      <dgm:prSet/>
      <dgm:spPr/>
      <dgm:t>
        <a:bodyPr/>
        <a:lstStyle/>
        <a:p>
          <a:endParaRPr lang="en-US"/>
        </a:p>
      </dgm:t>
    </dgm:pt>
    <dgm:pt modelId="{329F2D17-AD16-4D80-AEE0-777F83B396E3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Acknowledgement and References</a:t>
          </a:r>
        </a:p>
      </dgm:t>
    </dgm:pt>
    <dgm:pt modelId="{6B476CFB-C45E-4DDF-9CA4-B8776B2A613A}" type="parTrans" cxnId="{38D98BD6-3EFA-41F7-B686-CF6FAC3723A4}">
      <dgm:prSet/>
      <dgm:spPr/>
      <dgm:t>
        <a:bodyPr/>
        <a:lstStyle/>
        <a:p>
          <a:endParaRPr lang="en-US"/>
        </a:p>
      </dgm:t>
    </dgm:pt>
    <dgm:pt modelId="{86AF5ED6-ADAD-46BE-BF0E-2CD3C32BEC53}" type="sibTrans" cxnId="{38D98BD6-3EFA-41F7-B686-CF6FAC3723A4}">
      <dgm:prSet/>
      <dgm:spPr/>
      <dgm:t>
        <a:bodyPr/>
        <a:lstStyle/>
        <a:p>
          <a:endParaRPr lang="en-US"/>
        </a:p>
      </dgm:t>
    </dgm:pt>
    <dgm:pt modelId="{C61D7E84-214E-4ED2-81F0-A9A6F9386EB9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Literature Review</a:t>
          </a:r>
        </a:p>
      </dgm:t>
    </dgm:pt>
    <dgm:pt modelId="{E967C6D6-CFDF-4247-A242-7BF52A395F55}" type="parTrans" cxnId="{3F7FFD4C-9EA2-4074-92D6-75E454A1AE4B}">
      <dgm:prSet/>
      <dgm:spPr/>
      <dgm:t>
        <a:bodyPr/>
        <a:lstStyle/>
        <a:p>
          <a:endParaRPr lang="en-US"/>
        </a:p>
      </dgm:t>
    </dgm:pt>
    <dgm:pt modelId="{CC71AA43-3033-43A4-AC90-5EF457CBE454}" type="sibTrans" cxnId="{3F7FFD4C-9EA2-4074-92D6-75E454A1AE4B}">
      <dgm:prSet/>
      <dgm:spPr/>
      <dgm:t>
        <a:bodyPr/>
        <a:lstStyle/>
        <a:p>
          <a:endParaRPr lang="en-US"/>
        </a:p>
      </dgm:t>
    </dgm:pt>
    <dgm:pt modelId="{3C013967-A679-40AC-A07F-011B2EAF3F5E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Simulation</a:t>
          </a:r>
        </a:p>
      </dgm:t>
    </dgm:pt>
    <dgm:pt modelId="{CF05CB12-71D2-48FD-88AB-075454A4D856}" type="parTrans" cxnId="{B43BB60D-65E0-45E8-BEC7-487F97B5A13D}">
      <dgm:prSet/>
      <dgm:spPr/>
      <dgm:t>
        <a:bodyPr/>
        <a:lstStyle/>
        <a:p>
          <a:endParaRPr lang="en-US"/>
        </a:p>
      </dgm:t>
    </dgm:pt>
    <dgm:pt modelId="{9B11575A-C919-4A98-963C-ABF2F6D7107B}" type="sibTrans" cxnId="{B43BB60D-65E0-45E8-BEC7-487F97B5A13D}">
      <dgm:prSet/>
      <dgm:spPr/>
      <dgm:t>
        <a:bodyPr/>
        <a:lstStyle/>
        <a:p>
          <a:endParaRPr lang="en-US"/>
        </a:p>
      </dgm:t>
    </dgm:pt>
    <dgm:pt modelId="{D8AFC951-95C8-4CCA-B56D-9A607F2D0A5B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Results</a:t>
          </a:r>
        </a:p>
      </dgm:t>
    </dgm:pt>
    <dgm:pt modelId="{4FC521D4-6F24-4D92-9F07-F226176C1F57}" type="parTrans" cxnId="{CA06AFAE-B088-4E4F-9F2C-EC04DA48324A}">
      <dgm:prSet/>
      <dgm:spPr/>
      <dgm:t>
        <a:bodyPr/>
        <a:lstStyle/>
        <a:p>
          <a:endParaRPr lang="en-US"/>
        </a:p>
      </dgm:t>
    </dgm:pt>
    <dgm:pt modelId="{E0BC4B59-5E8E-4771-916A-0C290798B9D9}" type="sibTrans" cxnId="{CA06AFAE-B088-4E4F-9F2C-EC04DA48324A}">
      <dgm:prSet/>
      <dgm:spPr/>
      <dgm:t>
        <a:bodyPr/>
        <a:lstStyle/>
        <a:p>
          <a:endParaRPr lang="en-US"/>
        </a:p>
      </dgm:t>
    </dgm:pt>
    <dgm:pt modelId="{57C12D8A-8C1A-46FA-84F1-38B90103E378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Design</a:t>
          </a:r>
        </a:p>
      </dgm:t>
    </dgm:pt>
    <dgm:pt modelId="{16B0FAB9-2ED4-4AD2-9351-95F4018D9271}" type="parTrans" cxnId="{84635210-7CED-4683-B788-5E37E292FD9B}">
      <dgm:prSet/>
      <dgm:spPr/>
      <dgm:t>
        <a:bodyPr/>
        <a:lstStyle/>
        <a:p>
          <a:endParaRPr lang="en-GB"/>
        </a:p>
      </dgm:t>
    </dgm:pt>
    <dgm:pt modelId="{1968DED8-ACED-4292-8486-37DB0096021E}" type="sibTrans" cxnId="{84635210-7CED-4683-B788-5E37E292FD9B}">
      <dgm:prSet/>
      <dgm:spPr/>
      <dgm:t>
        <a:bodyPr/>
        <a:lstStyle/>
        <a:p>
          <a:endParaRPr lang="en-GB"/>
        </a:p>
      </dgm:t>
    </dgm:pt>
    <dgm:pt modelId="{5E5F9D3A-9728-4A52-A215-ED1361A050F2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Conclusion</a:t>
          </a:r>
        </a:p>
      </dgm:t>
    </dgm:pt>
    <dgm:pt modelId="{55FEE2E2-4708-41FB-B9CE-82A961407711}" type="parTrans" cxnId="{9E11D588-81D3-4B11-BEF4-5980B1251832}">
      <dgm:prSet/>
      <dgm:spPr/>
      <dgm:t>
        <a:bodyPr/>
        <a:lstStyle/>
        <a:p>
          <a:endParaRPr lang="en-GB"/>
        </a:p>
      </dgm:t>
    </dgm:pt>
    <dgm:pt modelId="{D4E300FA-4449-4DB5-B228-0AA52C54B5A0}" type="sibTrans" cxnId="{9E11D588-81D3-4B11-BEF4-5980B1251832}">
      <dgm:prSet/>
      <dgm:spPr/>
      <dgm:t>
        <a:bodyPr/>
        <a:lstStyle/>
        <a:p>
          <a:endParaRPr lang="en-GB"/>
        </a:p>
      </dgm:t>
    </dgm:pt>
    <dgm:pt modelId="{55E0A832-F3A2-4621-A966-415873BDA86E}" type="pres">
      <dgm:prSet presAssocID="{A329689B-F547-49DA-879F-C70B8A8AD99C}" presName="linear" presStyleCnt="0">
        <dgm:presLayoutVars>
          <dgm:animLvl val="lvl"/>
          <dgm:resizeHandles val="exact"/>
        </dgm:presLayoutVars>
      </dgm:prSet>
      <dgm:spPr/>
    </dgm:pt>
    <dgm:pt modelId="{EE737F8B-6CDA-4ED8-84A5-A7DAEE1ED570}" type="pres">
      <dgm:prSet presAssocID="{06E64568-4A38-45A8-B57F-319E251301E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9C80E01-2338-4C11-BDCB-0C4143B59C34}" type="pres">
      <dgm:prSet presAssocID="{4E841D98-A062-4A9F-BE7E-203B0A7DCD9F}" presName="spacer" presStyleCnt="0"/>
      <dgm:spPr/>
    </dgm:pt>
    <dgm:pt modelId="{DE097859-5A11-4876-ABDC-53BE8D492093}" type="pres">
      <dgm:prSet presAssocID="{C61D7E84-214E-4ED2-81F0-A9A6F9386E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10B8024-9ADB-4D7C-B967-23721742D6DA}" type="pres">
      <dgm:prSet presAssocID="{CC71AA43-3033-43A4-AC90-5EF457CBE454}" presName="spacer" presStyleCnt="0"/>
      <dgm:spPr/>
    </dgm:pt>
    <dgm:pt modelId="{8E7CE953-9633-4AE0-8102-CA39EEA75DC2}" type="pres">
      <dgm:prSet presAssocID="{57C12D8A-8C1A-46FA-84F1-38B90103E37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101847C-CC88-4D50-BE30-C0AF8ADDDB79}" type="pres">
      <dgm:prSet presAssocID="{1968DED8-ACED-4292-8486-37DB0096021E}" presName="spacer" presStyleCnt="0"/>
      <dgm:spPr/>
    </dgm:pt>
    <dgm:pt modelId="{B1896AFD-4E7A-4664-B756-8A776AF54679}" type="pres">
      <dgm:prSet presAssocID="{3C013967-A679-40AC-A07F-011B2EAF3F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EBEBC8A-B878-468A-8B77-0374EA8A6D83}" type="pres">
      <dgm:prSet presAssocID="{9B11575A-C919-4A98-963C-ABF2F6D7107B}" presName="spacer" presStyleCnt="0"/>
      <dgm:spPr/>
    </dgm:pt>
    <dgm:pt modelId="{733AC3BE-5D73-41C0-AA44-65F8BBF973C9}" type="pres">
      <dgm:prSet presAssocID="{D8AFC951-95C8-4CCA-B56D-9A607F2D0A5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2C82733-3451-4B57-9032-A18975E8BE69}" type="pres">
      <dgm:prSet presAssocID="{E0BC4B59-5E8E-4771-916A-0C290798B9D9}" presName="spacer" presStyleCnt="0"/>
      <dgm:spPr/>
    </dgm:pt>
    <dgm:pt modelId="{7458F84A-56AD-4C13-9D43-0A618A475F28}" type="pres">
      <dgm:prSet presAssocID="{5E5F9D3A-9728-4A52-A215-ED1361A050F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50BA47A-CDE4-458D-A052-18DD07BCA3A7}" type="pres">
      <dgm:prSet presAssocID="{D4E300FA-4449-4DB5-B228-0AA52C54B5A0}" presName="spacer" presStyleCnt="0"/>
      <dgm:spPr/>
    </dgm:pt>
    <dgm:pt modelId="{27EA81C7-4534-411F-A83B-9455757B4A4A}" type="pres">
      <dgm:prSet presAssocID="{329F2D17-AD16-4D80-AEE0-777F83B396E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C063A0D-0AC4-4A4B-80C8-8D1BFCC2ED8B}" type="presOf" srcId="{A329689B-F547-49DA-879F-C70B8A8AD99C}" destId="{55E0A832-F3A2-4621-A966-415873BDA86E}" srcOrd="0" destOrd="0" presId="urn:microsoft.com/office/officeart/2005/8/layout/vList2"/>
    <dgm:cxn modelId="{B43BB60D-65E0-45E8-BEC7-487F97B5A13D}" srcId="{A329689B-F547-49DA-879F-C70B8A8AD99C}" destId="{3C013967-A679-40AC-A07F-011B2EAF3F5E}" srcOrd="3" destOrd="0" parTransId="{CF05CB12-71D2-48FD-88AB-075454A4D856}" sibTransId="{9B11575A-C919-4A98-963C-ABF2F6D7107B}"/>
    <dgm:cxn modelId="{84635210-7CED-4683-B788-5E37E292FD9B}" srcId="{A329689B-F547-49DA-879F-C70B8A8AD99C}" destId="{57C12D8A-8C1A-46FA-84F1-38B90103E378}" srcOrd="2" destOrd="0" parTransId="{16B0FAB9-2ED4-4AD2-9351-95F4018D9271}" sibTransId="{1968DED8-ACED-4292-8486-37DB0096021E}"/>
    <dgm:cxn modelId="{B2F5A767-8BF6-4D6B-9358-BA9BF3DFEA6D}" type="presOf" srcId="{D8AFC951-95C8-4CCA-B56D-9A607F2D0A5B}" destId="{733AC3BE-5D73-41C0-AA44-65F8BBF973C9}" srcOrd="0" destOrd="0" presId="urn:microsoft.com/office/officeart/2005/8/layout/vList2"/>
    <dgm:cxn modelId="{3F7FFD4C-9EA2-4074-92D6-75E454A1AE4B}" srcId="{A329689B-F547-49DA-879F-C70B8A8AD99C}" destId="{C61D7E84-214E-4ED2-81F0-A9A6F9386EB9}" srcOrd="1" destOrd="0" parTransId="{E967C6D6-CFDF-4247-A242-7BF52A395F55}" sibTransId="{CC71AA43-3033-43A4-AC90-5EF457CBE454}"/>
    <dgm:cxn modelId="{6C4D926E-FF3C-49E7-BE92-4113126C36B2}" type="presOf" srcId="{C61D7E84-214E-4ED2-81F0-A9A6F9386EB9}" destId="{DE097859-5A11-4876-ABDC-53BE8D492093}" srcOrd="0" destOrd="0" presId="urn:microsoft.com/office/officeart/2005/8/layout/vList2"/>
    <dgm:cxn modelId="{8C295B71-5FE4-456E-A89F-D0ED965E55AE}" type="presOf" srcId="{57C12D8A-8C1A-46FA-84F1-38B90103E378}" destId="{8E7CE953-9633-4AE0-8102-CA39EEA75DC2}" srcOrd="0" destOrd="0" presId="urn:microsoft.com/office/officeart/2005/8/layout/vList2"/>
    <dgm:cxn modelId="{0910AB77-98A7-4702-8154-EF195FD6FB23}" type="presOf" srcId="{5E5F9D3A-9728-4A52-A215-ED1361A050F2}" destId="{7458F84A-56AD-4C13-9D43-0A618A475F28}" srcOrd="0" destOrd="0" presId="urn:microsoft.com/office/officeart/2005/8/layout/vList2"/>
    <dgm:cxn modelId="{9E11D588-81D3-4B11-BEF4-5980B1251832}" srcId="{A329689B-F547-49DA-879F-C70B8A8AD99C}" destId="{5E5F9D3A-9728-4A52-A215-ED1361A050F2}" srcOrd="5" destOrd="0" parTransId="{55FEE2E2-4708-41FB-B9CE-82A961407711}" sibTransId="{D4E300FA-4449-4DB5-B228-0AA52C54B5A0}"/>
    <dgm:cxn modelId="{3934288B-6DBF-4624-822D-DC67DA3C082E}" type="presOf" srcId="{3C013967-A679-40AC-A07F-011B2EAF3F5E}" destId="{B1896AFD-4E7A-4664-B756-8A776AF54679}" srcOrd="0" destOrd="0" presId="urn:microsoft.com/office/officeart/2005/8/layout/vList2"/>
    <dgm:cxn modelId="{4CDC4199-A24B-4CA1-A427-24FD76B84B5D}" srcId="{A329689B-F547-49DA-879F-C70B8A8AD99C}" destId="{06E64568-4A38-45A8-B57F-319E251301EB}" srcOrd="0" destOrd="0" parTransId="{464D738B-BCA1-460E-8AA6-44641D974FE8}" sibTransId="{4E841D98-A062-4A9F-BE7E-203B0A7DCD9F}"/>
    <dgm:cxn modelId="{CA06AFAE-B088-4E4F-9F2C-EC04DA48324A}" srcId="{A329689B-F547-49DA-879F-C70B8A8AD99C}" destId="{D8AFC951-95C8-4CCA-B56D-9A607F2D0A5B}" srcOrd="4" destOrd="0" parTransId="{4FC521D4-6F24-4D92-9F07-F226176C1F57}" sibTransId="{E0BC4B59-5E8E-4771-916A-0C290798B9D9}"/>
    <dgm:cxn modelId="{97DF27B7-623D-41D3-B8F7-63F2BDEFA6F6}" type="presOf" srcId="{329F2D17-AD16-4D80-AEE0-777F83B396E3}" destId="{27EA81C7-4534-411F-A83B-9455757B4A4A}" srcOrd="0" destOrd="0" presId="urn:microsoft.com/office/officeart/2005/8/layout/vList2"/>
    <dgm:cxn modelId="{38D98BD6-3EFA-41F7-B686-CF6FAC3723A4}" srcId="{A329689B-F547-49DA-879F-C70B8A8AD99C}" destId="{329F2D17-AD16-4D80-AEE0-777F83B396E3}" srcOrd="6" destOrd="0" parTransId="{6B476CFB-C45E-4DDF-9CA4-B8776B2A613A}" sibTransId="{86AF5ED6-ADAD-46BE-BF0E-2CD3C32BEC53}"/>
    <dgm:cxn modelId="{CDDBA0E5-70A1-4D65-9AA6-95B4AF8E33EB}" type="presOf" srcId="{06E64568-4A38-45A8-B57F-319E251301EB}" destId="{EE737F8B-6CDA-4ED8-84A5-A7DAEE1ED570}" srcOrd="0" destOrd="0" presId="urn:microsoft.com/office/officeart/2005/8/layout/vList2"/>
    <dgm:cxn modelId="{6B84E407-C7D4-4406-8C3B-B7733AEE5BD2}" type="presParOf" srcId="{55E0A832-F3A2-4621-A966-415873BDA86E}" destId="{EE737F8B-6CDA-4ED8-84A5-A7DAEE1ED570}" srcOrd="0" destOrd="0" presId="urn:microsoft.com/office/officeart/2005/8/layout/vList2"/>
    <dgm:cxn modelId="{416019FE-D231-47F6-A9EB-C7C31D78AA3B}" type="presParOf" srcId="{55E0A832-F3A2-4621-A966-415873BDA86E}" destId="{69C80E01-2338-4C11-BDCB-0C4143B59C34}" srcOrd="1" destOrd="0" presId="urn:microsoft.com/office/officeart/2005/8/layout/vList2"/>
    <dgm:cxn modelId="{E01B6C37-B73D-441B-8172-0893BF715124}" type="presParOf" srcId="{55E0A832-F3A2-4621-A966-415873BDA86E}" destId="{DE097859-5A11-4876-ABDC-53BE8D492093}" srcOrd="2" destOrd="0" presId="urn:microsoft.com/office/officeart/2005/8/layout/vList2"/>
    <dgm:cxn modelId="{EFF20375-5CE1-4332-9696-4818C1466719}" type="presParOf" srcId="{55E0A832-F3A2-4621-A966-415873BDA86E}" destId="{610B8024-9ADB-4D7C-B967-23721742D6DA}" srcOrd="3" destOrd="0" presId="urn:microsoft.com/office/officeart/2005/8/layout/vList2"/>
    <dgm:cxn modelId="{566BE58C-4349-428B-BA32-080EA842E6B8}" type="presParOf" srcId="{55E0A832-F3A2-4621-A966-415873BDA86E}" destId="{8E7CE953-9633-4AE0-8102-CA39EEA75DC2}" srcOrd="4" destOrd="0" presId="urn:microsoft.com/office/officeart/2005/8/layout/vList2"/>
    <dgm:cxn modelId="{8CEDE7EF-A7B3-42C5-A923-AFE8C1579C57}" type="presParOf" srcId="{55E0A832-F3A2-4621-A966-415873BDA86E}" destId="{9101847C-CC88-4D50-BE30-C0AF8ADDDB79}" srcOrd="5" destOrd="0" presId="urn:microsoft.com/office/officeart/2005/8/layout/vList2"/>
    <dgm:cxn modelId="{65EECA80-56EC-413E-AEBD-9D472C61B898}" type="presParOf" srcId="{55E0A832-F3A2-4621-A966-415873BDA86E}" destId="{B1896AFD-4E7A-4664-B756-8A776AF54679}" srcOrd="6" destOrd="0" presId="urn:microsoft.com/office/officeart/2005/8/layout/vList2"/>
    <dgm:cxn modelId="{C38BC24D-A54F-476F-8F16-EC9DD06F27BA}" type="presParOf" srcId="{55E0A832-F3A2-4621-A966-415873BDA86E}" destId="{5EBEBC8A-B878-468A-8B77-0374EA8A6D83}" srcOrd="7" destOrd="0" presId="urn:microsoft.com/office/officeart/2005/8/layout/vList2"/>
    <dgm:cxn modelId="{E0D890A5-A2A1-4DF5-868A-145F5A624849}" type="presParOf" srcId="{55E0A832-F3A2-4621-A966-415873BDA86E}" destId="{733AC3BE-5D73-41C0-AA44-65F8BBF973C9}" srcOrd="8" destOrd="0" presId="urn:microsoft.com/office/officeart/2005/8/layout/vList2"/>
    <dgm:cxn modelId="{9015F559-161C-4D93-9125-1408BB7C9B6F}" type="presParOf" srcId="{55E0A832-F3A2-4621-A966-415873BDA86E}" destId="{52C82733-3451-4B57-9032-A18975E8BE69}" srcOrd="9" destOrd="0" presId="urn:microsoft.com/office/officeart/2005/8/layout/vList2"/>
    <dgm:cxn modelId="{445D0DE2-C73E-4AB5-8850-0A1D5CEBA2E8}" type="presParOf" srcId="{55E0A832-F3A2-4621-A966-415873BDA86E}" destId="{7458F84A-56AD-4C13-9D43-0A618A475F28}" srcOrd="10" destOrd="0" presId="urn:microsoft.com/office/officeart/2005/8/layout/vList2"/>
    <dgm:cxn modelId="{7BD9D38A-D9F6-4694-A52E-EDA65ADC29A0}" type="presParOf" srcId="{55E0A832-F3A2-4621-A966-415873BDA86E}" destId="{F50BA47A-CDE4-458D-A052-18DD07BCA3A7}" srcOrd="11" destOrd="0" presId="urn:microsoft.com/office/officeart/2005/8/layout/vList2"/>
    <dgm:cxn modelId="{54D8F96C-48B0-4A1D-AA75-3F8337DE8BB8}" type="presParOf" srcId="{55E0A832-F3A2-4621-A966-415873BDA86E}" destId="{27EA81C7-4534-411F-A83B-9455757B4A4A}" srcOrd="12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329689B-F547-49DA-879F-C70B8A8AD9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E64568-4A38-45A8-B57F-319E251301E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Summary</a:t>
          </a:r>
        </a:p>
      </dgm:t>
    </dgm:pt>
    <dgm:pt modelId="{464D738B-BCA1-460E-8AA6-44641D974FE8}" type="parTrans" cxnId="{4CDC4199-A24B-4CA1-A427-24FD76B84B5D}">
      <dgm:prSet/>
      <dgm:spPr/>
      <dgm:t>
        <a:bodyPr/>
        <a:lstStyle/>
        <a:p>
          <a:endParaRPr lang="en-US"/>
        </a:p>
      </dgm:t>
    </dgm:pt>
    <dgm:pt modelId="{4E841D98-A062-4A9F-BE7E-203B0A7DCD9F}" type="sibTrans" cxnId="{4CDC4199-A24B-4CA1-A427-24FD76B84B5D}">
      <dgm:prSet/>
      <dgm:spPr/>
      <dgm:t>
        <a:bodyPr/>
        <a:lstStyle/>
        <a:p>
          <a:endParaRPr lang="en-US"/>
        </a:p>
      </dgm:t>
    </dgm:pt>
    <dgm:pt modelId="{329F2D17-AD16-4D80-AEE0-777F83B396E3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Acknowledgement and References</a:t>
          </a:r>
        </a:p>
      </dgm:t>
    </dgm:pt>
    <dgm:pt modelId="{6B476CFB-C45E-4DDF-9CA4-B8776B2A613A}" type="parTrans" cxnId="{38D98BD6-3EFA-41F7-B686-CF6FAC3723A4}">
      <dgm:prSet/>
      <dgm:spPr/>
      <dgm:t>
        <a:bodyPr/>
        <a:lstStyle/>
        <a:p>
          <a:endParaRPr lang="en-US"/>
        </a:p>
      </dgm:t>
    </dgm:pt>
    <dgm:pt modelId="{86AF5ED6-ADAD-46BE-BF0E-2CD3C32BEC53}" type="sibTrans" cxnId="{38D98BD6-3EFA-41F7-B686-CF6FAC3723A4}">
      <dgm:prSet/>
      <dgm:spPr/>
      <dgm:t>
        <a:bodyPr/>
        <a:lstStyle/>
        <a:p>
          <a:endParaRPr lang="en-US"/>
        </a:p>
      </dgm:t>
    </dgm:pt>
    <dgm:pt modelId="{C61D7E84-214E-4ED2-81F0-A9A6F9386EB9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Literature Review</a:t>
          </a:r>
        </a:p>
      </dgm:t>
    </dgm:pt>
    <dgm:pt modelId="{E967C6D6-CFDF-4247-A242-7BF52A395F55}" type="parTrans" cxnId="{3F7FFD4C-9EA2-4074-92D6-75E454A1AE4B}">
      <dgm:prSet/>
      <dgm:spPr/>
      <dgm:t>
        <a:bodyPr/>
        <a:lstStyle/>
        <a:p>
          <a:endParaRPr lang="en-US"/>
        </a:p>
      </dgm:t>
    </dgm:pt>
    <dgm:pt modelId="{CC71AA43-3033-43A4-AC90-5EF457CBE454}" type="sibTrans" cxnId="{3F7FFD4C-9EA2-4074-92D6-75E454A1AE4B}">
      <dgm:prSet/>
      <dgm:spPr/>
      <dgm:t>
        <a:bodyPr/>
        <a:lstStyle/>
        <a:p>
          <a:endParaRPr lang="en-US"/>
        </a:p>
      </dgm:t>
    </dgm:pt>
    <dgm:pt modelId="{3C013967-A679-40AC-A07F-011B2EAF3F5E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Simulation</a:t>
          </a:r>
        </a:p>
      </dgm:t>
    </dgm:pt>
    <dgm:pt modelId="{CF05CB12-71D2-48FD-88AB-075454A4D856}" type="parTrans" cxnId="{B43BB60D-65E0-45E8-BEC7-487F97B5A13D}">
      <dgm:prSet/>
      <dgm:spPr/>
      <dgm:t>
        <a:bodyPr/>
        <a:lstStyle/>
        <a:p>
          <a:endParaRPr lang="en-US"/>
        </a:p>
      </dgm:t>
    </dgm:pt>
    <dgm:pt modelId="{9B11575A-C919-4A98-963C-ABF2F6D7107B}" type="sibTrans" cxnId="{B43BB60D-65E0-45E8-BEC7-487F97B5A13D}">
      <dgm:prSet/>
      <dgm:spPr/>
      <dgm:t>
        <a:bodyPr/>
        <a:lstStyle/>
        <a:p>
          <a:endParaRPr lang="en-US"/>
        </a:p>
      </dgm:t>
    </dgm:pt>
    <dgm:pt modelId="{D8AFC951-95C8-4CCA-B56D-9A607F2D0A5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Results</a:t>
          </a:r>
        </a:p>
      </dgm:t>
    </dgm:pt>
    <dgm:pt modelId="{4FC521D4-6F24-4D92-9F07-F226176C1F57}" type="parTrans" cxnId="{CA06AFAE-B088-4E4F-9F2C-EC04DA48324A}">
      <dgm:prSet/>
      <dgm:spPr/>
      <dgm:t>
        <a:bodyPr/>
        <a:lstStyle/>
        <a:p>
          <a:endParaRPr lang="en-US"/>
        </a:p>
      </dgm:t>
    </dgm:pt>
    <dgm:pt modelId="{E0BC4B59-5E8E-4771-916A-0C290798B9D9}" type="sibTrans" cxnId="{CA06AFAE-B088-4E4F-9F2C-EC04DA48324A}">
      <dgm:prSet/>
      <dgm:spPr/>
      <dgm:t>
        <a:bodyPr/>
        <a:lstStyle/>
        <a:p>
          <a:endParaRPr lang="en-US"/>
        </a:p>
      </dgm:t>
    </dgm:pt>
    <dgm:pt modelId="{57C12D8A-8C1A-46FA-84F1-38B90103E378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Design</a:t>
          </a:r>
        </a:p>
      </dgm:t>
    </dgm:pt>
    <dgm:pt modelId="{16B0FAB9-2ED4-4AD2-9351-95F4018D9271}" type="parTrans" cxnId="{84635210-7CED-4683-B788-5E37E292FD9B}">
      <dgm:prSet/>
      <dgm:spPr/>
      <dgm:t>
        <a:bodyPr/>
        <a:lstStyle/>
        <a:p>
          <a:endParaRPr lang="en-GB"/>
        </a:p>
      </dgm:t>
    </dgm:pt>
    <dgm:pt modelId="{1968DED8-ACED-4292-8486-37DB0096021E}" type="sibTrans" cxnId="{84635210-7CED-4683-B788-5E37E292FD9B}">
      <dgm:prSet/>
      <dgm:spPr/>
      <dgm:t>
        <a:bodyPr/>
        <a:lstStyle/>
        <a:p>
          <a:endParaRPr lang="en-GB"/>
        </a:p>
      </dgm:t>
    </dgm:pt>
    <dgm:pt modelId="{5E5F9D3A-9728-4A52-A215-ED1361A050F2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Conclusion</a:t>
          </a:r>
        </a:p>
      </dgm:t>
    </dgm:pt>
    <dgm:pt modelId="{55FEE2E2-4708-41FB-B9CE-82A961407711}" type="parTrans" cxnId="{9E11D588-81D3-4B11-BEF4-5980B1251832}">
      <dgm:prSet/>
      <dgm:spPr/>
      <dgm:t>
        <a:bodyPr/>
        <a:lstStyle/>
        <a:p>
          <a:endParaRPr lang="en-GB"/>
        </a:p>
      </dgm:t>
    </dgm:pt>
    <dgm:pt modelId="{D4E300FA-4449-4DB5-B228-0AA52C54B5A0}" type="sibTrans" cxnId="{9E11D588-81D3-4B11-BEF4-5980B1251832}">
      <dgm:prSet/>
      <dgm:spPr/>
      <dgm:t>
        <a:bodyPr/>
        <a:lstStyle/>
        <a:p>
          <a:endParaRPr lang="en-GB"/>
        </a:p>
      </dgm:t>
    </dgm:pt>
    <dgm:pt modelId="{55E0A832-F3A2-4621-A966-415873BDA86E}" type="pres">
      <dgm:prSet presAssocID="{A329689B-F547-49DA-879F-C70B8A8AD99C}" presName="linear" presStyleCnt="0">
        <dgm:presLayoutVars>
          <dgm:animLvl val="lvl"/>
          <dgm:resizeHandles val="exact"/>
        </dgm:presLayoutVars>
      </dgm:prSet>
      <dgm:spPr/>
    </dgm:pt>
    <dgm:pt modelId="{EE737F8B-6CDA-4ED8-84A5-A7DAEE1ED570}" type="pres">
      <dgm:prSet presAssocID="{06E64568-4A38-45A8-B57F-319E251301E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9C80E01-2338-4C11-BDCB-0C4143B59C34}" type="pres">
      <dgm:prSet presAssocID="{4E841D98-A062-4A9F-BE7E-203B0A7DCD9F}" presName="spacer" presStyleCnt="0"/>
      <dgm:spPr/>
    </dgm:pt>
    <dgm:pt modelId="{DE097859-5A11-4876-ABDC-53BE8D492093}" type="pres">
      <dgm:prSet presAssocID="{C61D7E84-214E-4ED2-81F0-A9A6F9386E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10B8024-9ADB-4D7C-B967-23721742D6DA}" type="pres">
      <dgm:prSet presAssocID="{CC71AA43-3033-43A4-AC90-5EF457CBE454}" presName="spacer" presStyleCnt="0"/>
      <dgm:spPr/>
    </dgm:pt>
    <dgm:pt modelId="{8E7CE953-9633-4AE0-8102-CA39EEA75DC2}" type="pres">
      <dgm:prSet presAssocID="{57C12D8A-8C1A-46FA-84F1-38B90103E37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101847C-CC88-4D50-BE30-C0AF8ADDDB79}" type="pres">
      <dgm:prSet presAssocID="{1968DED8-ACED-4292-8486-37DB0096021E}" presName="spacer" presStyleCnt="0"/>
      <dgm:spPr/>
    </dgm:pt>
    <dgm:pt modelId="{B1896AFD-4E7A-4664-B756-8A776AF54679}" type="pres">
      <dgm:prSet presAssocID="{3C013967-A679-40AC-A07F-011B2EAF3F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EBEBC8A-B878-468A-8B77-0374EA8A6D83}" type="pres">
      <dgm:prSet presAssocID="{9B11575A-C919-4A98-963C-ABF2F6D7107B}" presName="spacer" presStyleCnt="0"/>
      <dgm:spPr/>
    </dgm:pt>
    <dgm:pt modelId="{733AC3BE-5D73-41C0-AA44-65F8BBF973C9}" type="pres">
      <dgm:prSet presAssocID="{D8AFC951-95C8-4CCA-B56D-9A607F2D0A5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2C82733-3451-4B57-9032-A18975E8BE69}" type="pres">
      <dgm:prSet presAssocID="{E0BC4B59-5E8E-4771-916A-0C290798B9D9}" presName="spacer" presStyleCnt="0"/>
      <dgm:spPr/>
    </dgm:pt>
    <dgm:pt modelId="{7458F84A-56AD-4C13-9D43-0A618A475F28}" type="pres">
      <dgm:prSet presAssocID="{5E5F9D3A-9728-4A52-A215-ED1361A050F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50BA47A-CDE4-458D-A052-18DD07BCA3A7}" type="pres">
      <dgm:prSet presAssocID="{D4E300FA-4449-4DB5-B228-0AA52C54B5A0}" presName="spacer" presStyleCnt="0"/>
      <dgm:spPr/>
    </dgm:pt>
    <dgm:pt modelId="{27EA81C7-4534-411F-A83B-9455757B4A4A}" type="pres">
      <dgm:prSet presAssocID="{329F2D17-AD16-4D80-AEE0-777F83B396E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C063A0D-0AC4-4A4B-80C8-8D1BFCC2ED8B}" type="presOf" srcId="{A329689B-F547-49DA-879F-C70B8A8AD99C}" destId="{55E0A832-F3A2-4621-A966-415873BDA86E}" srcOrd="0" destOrd="0" presId="urn:microsoft.com/office/officeart/2005/8/layout/vList2"/>
    <dgm:cxn modelId="{B43BB60D-65E0-45E8-BEC7-487F97B5A13D}" srcId="{A329689B-F547-49DA-879F-C70B8A8AD99C}" destId="{3C013967-A679-40AC-A07F-011B2EAF3F5E}" srcOrd="3" destOrd="0" parTransId="{CF05CB12-71D2-48FD-88AB-075454A4D856}" sibTransId="{9B11575A-C919-4A98-963C-ABF2F6D7107B}"/>
    <dgm:cxn modelId="{84635210-7CED-4683-B788-5E37E292FD9B}" srcId="{A329689B-F547-49DA-879F-C70B8A8AD99C}" destId="{57C12D8A-8C1A-46FA-84F1-38B90103E378}" srcOrd="2" destOrd="0" parTransId="{16B0FAB9-2ED4-4AD2-9351-95F4018D9271}" sibTransId="{1968DED8-ACED-4292-8486-37DB0096021E}"/>
    <dgm:cxn modelId="{B2F5A767-8BF6-4D6B-9358-BA9BF3DFEA6D}" type="presOf" srcId="{D8AFC951-95C8-4CCA-B56D-9A607F2D0A5B}" destId="{733AC3BE-5D73-41C0-AA44-65F8BBF973C9}" srcOrd="0" destOrd="0" presId="urn:microsoft.com/office/officeart/2005/8/layout/vList2"/>
    <dgm:cxn modelId="{3F7FFD4C-9EA2-4074-92D6-75E454A1AE4B}" srcId="{A329689B-F547-49DA-879F-C70B8A8AD99C}" destId="{C61D7E84-214E-4ED2-81F0-A9A6F9386EB9}" srcOrd="1" destOrd="0" parTransId="{E967C6D6-CFDF-4247-A242-7BF52A395F55}" sibTransId="{CC71AA43-3033-43A4-AC90-5EF457CBE454}"/>
    <dgm:cxn modelId="{6C4D926E-FF3C-49E7-BE92-4113126C36B2}" type="presOf" srcId="{C61D7E84-214E-4ED2-81F0-A9A6F9386EB9}" destId="{DE097859-5A11-4876-ABDC-53BE8D492093}" srcOrd="0" destOrd="0" presId="urn:microsoft.com/office/officeart/2005/8/layout/vList2"/>
    <dgm:cxn modelId="{8C295B71-5FE4-456E-A89F-D0ED965E55AE}" type="presOf" srcId="{57C12D8A-8C1A-46FA-84F1-38B90103E378}" destId="{8E7CE953-9633-4AE0-8102-CA39EEA75DC2}" srcOrd="0" destOrd="0" presId="urn:microsoft.com/office/officeart/2005/8/layout/vList2"/>
    <dgm:cxn modelId="{0910AB77-98A7-4702-8154-EF195FD6FB23}" type="presOf" srcId="{5E5F9D3A-9728-4A52-A215-ED1361A050F2}" destId="{7458F84A-56AD-4C13-9D43-0A618A475F28}" srcOrd="0" destOrd="0" presId="urn:microsoft.com/office/officeart/2005/8/layout/vList2"/>
    <dgm:cxn modelId="{9E11D588-81D3-4B11-BEF4-5980B1251832}" srcId="{A329689B-F547-49DA-879F-C70B8A8AD99C}" destId="{5E5F9D3A-9728-4A52-A215-ED1361A050F2}" srcOrd="5" destOrd="0" parTransId="{55FEE2E2-4708-41FB-B9CE-82A961407711}" sibTransId="{D4E300FA-4449-4DB5-B228-0AA52C54B5A0}"/>
    <dgm:cxn modelId="{3934288B-6DBF-4624-822D-DC67DA3C082E}" type="presOf" srcId="{3C013967-A679-40AC-A07F-011B2EAF3F5E}" destId="{B1896AFD-4E7A-4664-B756-8A776AF54679}" srcOrd="0" destOrd="0" presId="urn:microsoft.com/office/officeart/2005/8/layout/vList2"/>
    <dgm:cxn modelId="{4CDC4199-A24B-4CA1-A427-24FD76B84B5D}" srcId="{A329689B-F547-49DA-879F-C70B8A8AD99C}" destId="{06E64568-4A38-45A8-B57F-319E251301EB}" srcOrd="0" destOrd="0" parTransId="{464D738B-BCA1-460E-8AA6-44641D974FE8}" sibTransId="{4E841D98-A062-4A9F-BE7E-203B0A7DCD9F}"/>
    <dgm:cxn modelId="{CA06AFAE-B088-4E4F-9F2C-EC04DA48324A}" srcId="{A329689B-F547-49DA-879F-C70B8A8AD99C}" destId="{D8AFC951-95C8-4CCA-B56D-9A607F2D0A5B}" srcOrd="4" destOrd="0" parTransId="{4FC521D4-6F24-4D92-9F07-F226176C1F57}" sibTransId="{E0BC4B59-5E8E-4771-916A-0C290798B9D9}"/>
    <dgm:cxn modelId="{97DF27B7-623D-41D3-B8F7-63F2BDEFA6F6}" type="presOf" srcId="{329F2D17-AD16-4D80-AEE0-777F83B396E3}" destId="{27EA81C7-4534-411F-A83B-9455757B4A4A}" srcOrd="0" destOrd="0" presId="urn:microsoft.com/office/officeart/2005/8/layout/vList2"/>
    <dgm:cxn modelId="{38D98BD6-3EFA-41F7-B686-CF6FAC3723A4}" srcId="{A329689B-F547-49DA-879F-C70B8A8AD99C}" destId="{329F2D17-AD16-4D80-AEE0-777F83B396E3}" srcOrd="6" destOrd="0" parTransId="{6B476CFB-C45E-4DDF-9CA4-B8776B2A613A}" sibTransId="{86AF5ED6-ADAD-46BE-BF0E-2CD3C32BEC53}"/>
    <dgm:cxn modelId="{CDDBA0E5-70A1-4D65-9AA6-95B4AF8E33EB}" type="presOf" srcId="{06E64568-4A38-45A8-B57F-319E251301EB}" destId="{EE737F8B-6CDA-4ED8-84A5-A7DAEE1ED570}" srcOrd="0" destOrd="0" presId="urn:microsoft.com/office/officeart/2005/8/layout/vList2"/>
    <dgm:cxn modelId="{6B84E407-C7D4-4406-8C3B-B7733AEE5BD2}" type="presParOf" srcId="{55E0A832-F3A2-4621-A966-415873BDA86E}" destId="{EE737F8B-6CDA-4ED8-84A5-A7DAEE1ED570}" srcOrd="0" destOrd="0" presId="urn:microsoft.com/office/officeart/2005/8/layout/vList2"/>
    <dgm:cxn modelId="{416019FE-D231-47F6-A9EB-C7C31D78AA3B}" type="presParOf" srcId="{55E0A832-F3A2-4621-A966-415873BDA86E}" destId="{69C80E01-2338-4C11-BDCB-0C4143B59C34}" srcOrd="1" destOrd="0" presId="urn:microsoft.com/office/officeart/2005/8/layout/vList2"/>
    <dgm:cxn modelId="{E01B6C37-B73D-441B-8172-0893BF715124}" type="presParOf" srcId="{55E0A832-F3A2-4621-A966-415873BDA86E}" destId="{DE097859-5A11-4876-ABDC-53BE8D492093}" srcOrd="2" destOrd="0" presId="urn:microsoft.com/office/officeart/2005/8/layout/vList2"/>
    <dgm:cxn modelId="{EFF20375-5CE1-4332-9696-4818C1466719}" type="presParOf" srcId="{55E0A832-F3A2-4621-A966-415873BDA86E}" destId="{610B8024-9ADB-4D7C-B967-23721742D6DA}" srcOrd="3" destOrd="0" presId="urn:microsoft.com/office/officeart/2005/8/layout/vList2"/>
    <dgm:cxn modelId="{566BE58C-4349-428B-BA32-080EA842E6B8}" type="presParOf" srcId="{55E0A832-F3A2-4621-A966-415873BDA86E}" destId="{8E7CE953-9633-4AE0-8102-CA39EEA75DC2}" srcOrd="4" destOrd="0" presId="urn:microsoft.com/office/officeart/2005/8/layout/vList2"/>
    <dgm:cxn modelId="{8CEDE7EF-A7B3-42C5-A923-AFE8C1579C57}" type="presParOf" srcId="{55E0A832-F3A2-4621-A966-415873BDA86E}" destId="{9101847C-CC88-4D50-BE30-C0AF8ADDDB79}" srcOrd="5" destOrd="0" presId="urn:microsoft.com/office/officeart/2005/8/layout/vList2"/>
    <dgm:cxn modelId="{65EECA80-56EC-413E-AEBD-9D472C61B898}" type="presParOf" srcId="{55E0A832-F3A2-4621-A966-415873BDA86E}" destId="{B1896AFD-4E7A-4664-B756-8A776AF54679}" srcOrd="6" destOrd="0" presId="urn:microsoft.com/office/officeart/2005/8/layout/vList2"/>
    <dgm:cxn modelId="{C38BC24D-A54F-476F-8F16-EC9DD06F27BA}" type="presParOf" srcId="{55E0A832-F3A2-4621-A966-415873BDA86E}" destId="{5EBEBC8A-B878-468A-8B77-0374EA8A6D83}" srcOrd="7" destOrd="0" presId="urn:microsoft.com/office/officeart/2005/8/layout/vList2"/>
    <dgm:cxn modelId="{E0D890A5-A2A1-4DF5-868A-145F5A624849}" type="presParOf" srcId="{55E0A832-F3A2-4621-A966-415873BDA86E}" destId="{733AC3BE-5D73-41C0-AA44-65F8BBF973C9}" srcOrd="8" destOrd="0" presId="urn:microsoft.com/office/officeart/2005/8/layout/vList2"/>
    <dgm:cxn modelId="{9015F559-161C-4D93-9125-1408BB7C9B6F}" type="presParOf" srcId="{55E0A832-F3A2-4621-A966-415873BDA86E}" destId="{52C82733-3451-4B57-9032-A18975E8BE69}" srcOrd="9" destOrd="0" presId="urn:microsoft.com/office/officeart/2005/8/layout/vList2"/>
    <dgm:cxn modelId="{445D0DE2-C73E-4AB5-8850-0A1D5CEBA2E8}" type="presParOf" srcId="{55E0A832-F3A2-4621-A966-415873BDA86E}" destId="{7458F84A-56AD-4C13-9D43-0A618A475F28}" srcOrd="10" destOrd="0" presId="urn:microsoft.com/office/officeart/2005/8/layout/vList2"/>
    <dgm:cxn modelId="{7BD9D38A-D9F6-4694-A52E-EDA65ADC29A0}" type="presParOf" srcId="{55E0A832-F3A2-4621-A966-415873BDA86E}" destId="{F50BA47A-CDE4-458D-A052-18DD07BCA3A7}" srcOrd="11" destOrd="0" presId="urn:microsoft.com/office/officeart/2005/8/layout/vList2"/>
    <dgm:cxn modelId="{54D8F96C-48B0-4A1D-AA75-3F8337DE8BB8}" type="presParOf" srcId="{55E0A832-F3A2-4621-A966-415873BDA86E}" destId="{27EA81C7-4534-411F-A83B-9455757B4A4A}" srcOrd="12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329689B-F547-49DA-879F-C70B8A8AD9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E64568-4A38-45A8-B57F-319E251301E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Summary</a:t>
          </a:r>
        </a:p>
      </dgm:t>
    </dgm:pt>
    <dgm:pt modelId="{464D738B-BCA1-460E-8AA6-44641D974FE8}" type="parTrans" cxnId="{4CDC4199-A24B-4CA1-A427-24FD76B84B5D}">
      <dgm:prSet/>
      <dgm:spPr/>
      <dgm:t>
        <a:bodyPr/>
        <a:lstStyle/>
        <a:p>
          <a:endParaRPr lang="en-US"/>
        </a:p>
      </dgm:t>
    </dgm:pt>
    <dgm:pt modelId="{4E841D98-A062-4A9F-BE7E-203B0A7DCD9F}" type="sibTrans" cxnId="{4CDC4199-A24B-4CA1-A427-24FD76B84B5D}">
      <dgm:prSet/>
      <dgm:spPr/>
      <dgm:t>
        <a:bodyPr/>
        <a:lstStyle/>
        <a:p>
          <a:endParaRPr lang="en-US"/>
        </a:p>
      </dgm:t>
    </dgm:pt>
    <dgm:pt modelId="{329F2D17-AD16-4D80-AEE0-777F83B396E3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Acknowledgement and References</a:t>
          </a:r>
        </a:p>
      </dgm:t>
    </dgm:pt>
    <dgm:pt modelId="{6B476CFB-C45E-4DDF-9CA4-B8776B2A613A}" type="parTrans" cxnId="{38D98BD6-3EFA-41F7-B686-CF6FAC3723A4}">
      <dgm:prSet/>
      <dgm:spPr/>
      <dgm:t>
        <a:bodyPr/>
        <a:lstStyle/>
        <a:p>
          <a:endParaRPr lang="en-US"/>
        </a:p>
      </dgm:t>
    </dgm:pt>
    <dgm:pt modelId="{86AF5ED6-ADAD-46BE-BF0E-2CD3C32BEC53}" type="sibTrans" cxnId="{38D98BD6-3EFA-41F7-B686-CF6FAC3723A4}">
      <dgm:prSet/>
      <dgm:spPr/>
      <dgm:t>
        <a:bodyPr/>
        <a:lstStyle/>
        <a:p>
          <a:endParaRPr lang="en-US"/>
        </a:p>
      </dgm:t>
    </dgm:pt>
    <dgm:pt modelId="{C61D7E84-214E-4ED2-81F0-A9A6F9386EB9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Literature Review</a:t>
          </a:r>
        </a:p>
      </dgm:t>
    </dgm:pt>
    <dgm:pt modelId="{E967C6D6-CFDF-4247-A242-7BF52A395F55}" type="parTrans" cxnId="{3F7FFD4C-9EA2-4074-92D6-75E454A1AE4B}">
      <dgm:prSet/>
      <dgm:spPr/>
      <dgm:t>
        <a:bodyPr/>
        <a:lstStyle/>
        <a:p>
          <a:endParaRPr lang="en-US"/>
        </a:p>
      </dgm:t>
    </dgm:pt>
    <dgm:pt modelId="{CC71AA43-3033-43A4-AC90-5EF457CBE454}" type="sibTrans" cxnId="{3F7FFD4C-9EA2-4074-92D6-75E454A1AE4B}">
      <dgm:prSet/>
      <dgm:spPr/>
      <dgm:t>
        <a:bodyPr/>
        <a:lstStyle/>
        <a:p>
          <a:endParaRPr lang="en-US"/>
        </a:p>
      </dgm:t>
    </dgm:pt>
    <dgm:pt modelId="{3C013967-A679-40AC-A07F-011B2EAF3F5E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Simulation</a:t>
          </a:r>
        </a:p>
      </dgm:t>
    </dgm:pt>
    <dgm:pt modelId="{CF05CB12-71D2-48FD-88AB-075454A4D856}" type="parTrans" cxnId="{B43BB60D-65E0-45E8-BEC7-487F97B5A13D}">
      <dgm:prSet/>
      <dgm:spPr/>
      <dgm:t>
        <a:bodyPr/>
        <a:lstStyle/>
        <a:p>
          <a:endParaRPr lang="en-US"/>
        </a:p>
      </dgm:t>
    </dgm:pt>
    <dgm:pt modelId="{9B11575A-C919-4A98-963C-ABF2F6D7107B}" type="sibTrans" cxnId="{B43BB60D-65E0-45E8-BEC7-487F97B5A13D}">
      <dgm:prSet/>
      <dgm:spPr/>
      <dgm:t>
        <a:bodyPr/>
        <a:lstStyle/>
        <a:p>
          <a:endParaRPr lang="en-US"/>
        </a:p>
      </dgm:t>
    </dgm:pt>
    <dgm:pt modelId="{D8AFC951-95C8-4CCA-B56D-9A607F2D0A5B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Results</a:t>
          </a:r>
        </a:p>
      </dgm:t>
    </dgm:pt>
    <dgm:pt modelId="{4FC521D4-6F24-4D92-9F07-F226176C1F57}" type="parTrans" cxnId="{CA06AFAE-B088-4E4F-9F2C-EC04DA48324A}">
      <dgm:prSet/>
      <dgm:spPr/>
      <dgm:t>
        <a:bodyPr/>
        <a:lstStyle/>
        <a:p>
          <a:endParaRPr lang="en-US"/>
        </a:p>
      </dgm:t>
    </dgm:pt>
    <dgm:pt modelId="{E0BC4B59-5E8E-4771-916A-0C290798B9D9}" type="sibTrans" cxnId="{CA06AFAE-B088-4E4F-9F2C-EC04DA48324A}">
      <dgm:prSet/>
      <dgm:spPr/>
      <dgm:t>
        <a:bodyPr/>
        <a:lstStyle/>
        <a:p>
          <a:endParaRPr lang="en-US"/>
        </a:p>
      </dgm:t>
    </dgm:pt>
    <dgm:pt modelId="{57C12D8A-8C1A-46FA-84F1-38B90103E378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Design</a:t>
          </a:r>
        </a:p>
      </dgm:t>
    </dgm:pt>
    <dgm:pt modelId="{16B0FAB9-2ED4-4AD2-9351-95F4018D9271}" type="parTrans" cxnId="{84635210-7CED-4683-B788-5E37E292FD9B}">
      <dgm:prSet/>
      <dgm:spPr/>
      <dgm:t>
        <a:bodyPr/>
        <a:lstStyle/>
        <a:p>
          <a:endParaRPr lang="en-GB"/>
        </a:p>
      </dgm:t>
    </dgm:pt>
    <dgm:pt modelId="{1968DED8-ACED-4292-8486-37DB0096021E}" type="sibTrans" cxnId="{84635210-7CED-4683-B788-5E37E292FD9B}">
      <dgm:prSet/>
      <dgm:spPr/>
      <dgm:t>
        <a:bodyPr/>
        <a:lstStyle/>
        <a:p>
          <a:endParaRPr lang="en-GB"/>
        </a:p>
      </dgm:t>
    </dgm:pt>
    <dgm:pt modelId="{5E5F9D3A-9728-4A52-A215-ED1361A050F2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Conclusion</a:t>
          </a:r>
        </a:p>
      </dgm:t>
    </dgm:pt>
    <dgm:pt modelId="{55FEE2E2-4708-41FB-B9CE-82A961407711}" type="parTrans" cxnId="{9E11D588-81D3-4B11-BEF4-5980B1251832}">
      <dgm:prSet/>
      <dgm:spPr/>
      <dgm:t>
        <a:bodyPr/>
        <a:lstStyle/>
        <a:p>
          <a:endParaRPr lang="en-GB"/>
        </a:p>
      </dgm:t>
    </dgm:pt>
    <dgm:pt modelId="{D4E300FA-4449-4DB5-B228-0AA52C54B5A0}" type="sibTrans" cxnId="{9E11D588-81D3-4B11-BEF4-5980B1251832}">
      <dgm:prSet/>
      <dgm:spPr/>
      <dgm:t>
        <a:bodyPr/>
        <a:lstStyle/>
        <a:p>
          <a:endParaRPr lang="en-GB"/>
        </a:p>
      </dgm:t>
    </dgm:pt>
    <dgm:pt modelId="{55E0A832-F3A2-4621-A966-415873BDA86E}" type="pres">
      <dgm:prSet presAssocID="{A329689B-F547-49DA-879F-C70B8A8AD99C}" presName="linear" presStyleCnt="0">
        <dgm:presLayoutVars>
          <dgm:animLvl val="lvl"/>
          <dgm:resizeHandles val="exact"/>
        </dgm:presLayoutVars>
      </dgm:prSet>
      <dgm:spPr/>
    </dgm:pt>
    <dgm:pt modelId="{EE737F8B-6CDA-4ED8-84A5-A7DAEE1ED570}" type="pres">
      <dgm:prSet presAssocID="{06E64568-4A38-45A8-B57F-319E251301E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9C80E01-2338-4C11-BDCB-0C4143B59C34}" type="pres">
      <dgm:prSet presAssocID="{4E841D98-A062-4A9F-BE7E-203B0A7DCD9F}" presName="spacer" presStyleCnt="0"/>
      <dgm:spPr/>
    </dgm:pt>
    <dgm:pt modelId="{DE097859-5A11-4876-ABDC-53BE8D492093}" type="pres">
      <dgm:prSet presAssocID="{C61D7E84-214E-4ED2-81F0-A9A6F9386E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10B8024-9ADB-4D7C-B967-23721742D6DA}" type="pres">
      <dgm:prSet presAssocID="{CC71AA43-3033-43A4-AC90-5EF457CBE454}" presName="spacer" presStyleCnt="0"/>
      <dgm:spPr/>
    </dgm:pt>
    <dgm:pt modelId="{8E7CE953-9633-4AE0-8102-CA39EEA75DC2}" type="pres">
      <dgm:prSet presAssocID="{57C12D8A-8C1A-46FA-84F1-38B90103E37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101847C-CC88-4D50-BE30-C0AF8ADDDB79}" type="pres">
      <dgm:prSet presAssocID="{1968DED8-ACED-4292-8486-37DB0096021E}" presName="spacer" presStyleCnt="0"/>
      <dgm:spPr/>
    </dgm:pt>
    <dgm:pt modelId="{B1896AFD-4E7A-4664-B756-8A776AF54679}" type="pres">
      <dgm:prSet presAssocID="{3C013967-A679-40AC-A07F-011B2EAF3F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EBEBC8A-B878-468A-8B77-0374EA8A6D83}" type="pres">
      <dgm:prSet presAssocID="{9B11575A-C919-4A98-963C-ABF2F6D7107B}" presName="spacer" presStyleCnt="0"/>
      <dgm:spPr/>
    </dgm:pt>
    <dgm:pt modelId="{733AC3BE-5D73-41C0-AA44-65F8BBF973C9}" type="pres">
      <dgm:prSet presAssocID="{D8AFC951-95C8-4CCA-B56D-9A607F2D0A5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2C82733-3451-4B57-9032-A18975E8BE69}" type="pres">
      <dgm:prSet presAssocID="{E0BC4B59-5E8E-4771-916A-0C290798B9D9}" presName="spacer" presStyleCnt="0"/>
      <dgm:spPr/>
    </dgm:pt>
    <dgm:pt modelId="{7458F84A-56AD-4C13-9D43-0A618A475F28}" type="pres">
      <dgm:prSet presAssocID="{5E5F9D3A-9728-4A52-A215-ED1361A050F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50BA47A-CDE4-458D-A052-18DD07BCA3A7}" type="pres">
      <dgm:prSet presAssocID="{D4E300FA-4449-4DB5-B228-0AA52C54B5A0}" presName="spacer" presStyleCnt="0"/>
      <dgm:spPr/>
    </dgm:pt>
    <dgm:pt modelId="{27EA81C7-4534-411F-A83B-9455757B4A4A}" type="pres">
      <dgm:prSet presAssocID="{329F2D17-AD16-4D80-AEE0-777F83B396E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C063A0D-0AC4-4A4B-80C8-8D1BFCC2ED8B}" type="presOf" srcId="{A329689B-F547-49DA-879F-C70B8A8AD99C}" destId="{55E0A832-F3A2-4621-A966-415873BDA86E}" srcOrd="0" destOrd="0" presId="urn:microsoft.com/office/officeart/2005/8/layout/vList2"/>
    <dgm:cxn modelId="{B43BB60D-65E0-45E8-BEC7-487F97B5A13D}" srcId="{A329689B-F547-49DA-879F-C70B8A8AD99C}" destId="{3C013967-A679-40AC-A07F-011B2EAF3F5E}" srcOrd="3" destOrd="0" parTransId="{CF05CB12-71D2-48FD-88AB-075454A4D856}" sibTransId="{9B11575A-C919-4A98-963C-ABF2F6D7107B}"/>
    <dgm:cxn modelId="{84635210-7CED-4683-B788-5E37E292FD9B}" srcId="{A329689B-F547-49DA-879F-C70B8A8AD99C}" destId="{57C12D8A-8C1A-46FA-84F1-38B90103E378}" srcOrd="2" destOrd="0" parTransId="{16B0FAB9-2ED4-4AD2-9351-95F4018D9271}" sibTransId="{1968DED8-ACED-4292-8486-37DB0096021E}"/>
    <dgm:cxn modelId="{B2F5A767-8BF6-4D6B-9358-BA9BF3DFEA6D}" type="presOf" srcId="{D8AFC951-95C8-4CCA-B56D-9A607F2D0A5B}" destId="{733AC3BE-5D73-41C0-AA44-65F8BBF973C9}" srcOrd="0" destOrd="0" presId="urn:microsoft.com/office/officeart/2005/8/layout/vList2"/>
    <dgm:cxn modelId="{3F7FFD4C-9EA2-4074-92D6-75E454A1AE4B}" srcId="{A329689B-F547-49DA-879F-C70B8A8AD99C}" destId="{C61D7E84-214E-4ED2-81F0-A9A6F9386EB9}" srcOrd="1" destOrd="0" parTransId="{E967C6D6-CFDF-4247-A242-7BF52A395F55}" sibTransId="{CC71AA43-3033-43A4-AC90-5EF457CBE454}"/>
    <dgm:cxn modelId="{6C4D926E-FF3C-49E7-BE92-4113126C36B2}" type="presOf" srcId="{C61D7E84-214E-4ED2-81F0-A9A6F9386EB9}" destId="{DE097859-5A11-4876-ABDC-53BE8D492093}" srcOrd="0" destOrd="0" presId="urn:microsoft.com/office/officeart/2005/8/layout/vList2"/>
    <dgm:cxn modelId="{8C295B71-5FE4-456E-A89F-D0ED965E55AE}" type="presOf" srcId="{57C12D8A-8C1A-46FA-84F1-38B90103E378}" destId="{8E7CE953-9633-4AE0-8102-CA39EEA75DC2}" srcOrd="0" destOrd="0" presId="urn:microsoft.com/office/officeart/2005/8/layout/vList2"/>
    <dgm:cxn modelId="{0910AB77-98A7-4702-8154-EF195FD6FB23}" type="presOf" srcId="{5E5F9D3A-9728-4A52-A215-ED1361A050F2}" destId="{7458F84A-56AD-4C13-9D43-0A618A475F28}" srcOrd="0" destOrd="0" presId="urn:microsoft.com/office/officeart/2005/8/layout/vList2"/>
    <dgm:cxn modelId="{9E11D588-81D3-4B11-BEF4-5980B1251832}" srcId="{A329689B-F547-49DA-879F-C70B8A8AD99C}" destId="{5E5F9D3A-9728-4A52-A215-ED1361A050F2}" srcOrd="5" destOrd="0" parTransId="{55FEE2E2-4708-41FB-B9CE-82A961407711}" sibTransId="{D4E300FA-4449-4DB5-B228-0AA52C54B5A0}"/>
    <dgm:cxn modelId="{3934288B-6DBF-4624-822D-DC67DA3C082E}" type="presOf" srcId="{3C013967-A679-40AC-A07F-011B2EAF3F5E}" destId="{B1896AFD-4E7A-4664-B756-8A776AF54679}" srcOrd="0" destOrd="0" presId="urn:microsoft.com/office/officeart/2005/8/layout/vList2"/>
    <dgm:cxn modelId="{4CDC4199-A24B-4CA1-A427-24FD76B84B5D}" srcId="{A329689B-F547-49DA-879F-C70B8A8AD99C}" destId="{06E64568-4A38-45A8-B57F-319E251301EB}" srcOrd="0" destOrd="0" parTransId="{464D738B-BCA1-460E-8AA6-44641D974FE8}" sibTransId="{4E841D98-A062-4A9F-BE7E-203B0A7DCD9F}"/>
    <dgm:cxn modelId="{CA06AFAE-B088-4E4F-9F2C-EC04DA48324A}" srcId="{A329689B-F547-49DA-879F-C70B8A8AD99C}" destId="{D8AFC951-95C8-4CCA-B56D-9A607F2D0A5B}" srcOrd="4" destOrd="0" parTransId="{4FC521D4-6F24-4D92-9F07-F226176C1F57}" sibTransId="{E0BC4B59-5E8E-4771-916A-0C290798B9D9}"/>
    <dgm:cxn modelId="{97DF27B7-623D-41D3-B8F7-63F2BDEFA6F6}" type="presOf" srcId="{329F2D17-AD16-4D80-AEE0-777F83B396E3}" destId="{27EA81C7-4534-411F-A83B-9455757B4A4A}" srcOrd="0" destOrd="0" presId="urn:microsoft.com/office/officeart/2005/8/layout/vList2"/>
    <dgm:cxn modelId="{38D98BD6-3EFA-41F7-B686-CF6FAC3723A4}" srcId="{A329689B-F547-49DA-879F-C70B8A8AD99C}" destId="{329F2D17-AD16-4D80-AEE0-777F83B396E3}" srcOrd="6" destOrd="0" parTransId="{6B476CFB-C45E-4DDF-9CA4-B8776B2A613A}" sibTransId="{86AF5ED6-ADAD-46BE-BF0E-2CD3C32BEC53}"/>
    <dgm:cxn modelId="{CDDBA0E5-70A1-4D65-9AA6-95B4AF8E33EB}" type="presOf" srcId="{06E64568-4A38-45A8-B57F-319E251301EB}" destId="{EE737F8B-6CDA-4ED8-84A5-A7DAEE1ED570}" srcOrd="0" destOrd="0" presId="urn:microsoft.com/office/officeart/2005/8/layout/vList2"/>
    <dgm:cxn modelId="{6B84E407-C7D4-4406-8C3B-B7733AEE5BD2}" type="presParOf" srcId="{55E0A832-F3A2-4621-A966-415873BDA86E}" destId="{EE737F8B-6CDA-4ED8-84A5-A7DAEE1ED570}" srcOrd="0" destOrd="0" presId="urn:microsoft.com/office/officeart/2005/8/layout/vList2"/>
    <dgm:cxn modelId="{416019FE-D231-47F6-A9EB-C7C31D78AA3B}" type="presParOf" srcId="{55E0A832-F3A2-4621-A966-415873BDA86E}" destId="{69C80E01-2338-4C11-BDCB-0C4143B59C34}" srcOrd="1" destOrd="0" presId="urn:microsoft.com/office/officeart/2005/8/layout/vList2"/>
    <dgm:cxn modelId="{E01B6C37-B73D-441B-8172-0893BF715124}" type="presParOf" srcId="{55E0A832-F3A2-4621-A966-415873BDA86E}" destId="{DE097859-5A11-4876-ABDC-53BE8D492093}" srcOrd="2" destOrd="0" presId="urn:microsoft.com/office/officeart/2005/8/layout/vList2"/>
    <dgm:cxn modelId="{EFF20375-5CE1-4332-9696-4818C1466719}" type="presParOf" srcId="{55E0A832-F3A2-4621-A966-415873BDA86E}" destId="{610B8024-9ADB-4D7C-B967-23721742D6DA}" srcOrd="3" destOrd="0" presId="urn:microsoft.com/office/officeart/2005/8/layout/vList2"/>
    <dgm:cxn modelId="{566BE58C-4349-428B-BA32-080EA842E6B8}" type="presParOf" srcId="{55E0A832-F3A2-4621-A966-415873BDA86E}" destId="{8E7CE953-9633-4AE0-8102-CA39EEA75DC2}" srcOrd="4" destOrd="0" presId="urn:microsoft.com/office/officeart/2005/8/layout/vList2"/>
    <dgm:cxn modelId="{8CEDE7EF-A7B3-42C5-A923-AFE8C1579C57}" type="presParOf" srcId="{55E0A832-F3A2-4621-A966-415873BDA86E}" destId="{9101847C-CC88-4D50-BE30-C0AF8ADDDB79}" srcOrd="5" destOrd="0" presId="urn:microsoft.com/office/officeart/2005/8/layout/vList2"/>
    <dgm:cxn modelId="{65EECA80-56EC-413E-AEBD-9D472C61B898}" type="presParOf" srcId="{55E0A832-F3A2-4621-A966-415873BDA86E}" destId="{B1896AFD-4E7A-4664-B756-8A776AF54679}" srcOrd="6" destOrd="0" presId="urn:microsoft.com/office/officeart/2005/8/layout/vList2"/>
    <dgm:cxn modelId="{C38BC24D-A54F-476F-8F16-EC9DD06F27BA}" type="presParOf" srcId="{55E0A832-F3A2-4621-A966-415873BDA86E}" destId="{5EBEBC8A-B878-468A-8B77-0374EA8A6D83}" srcOrd="7" destOrd="0" presId="urn:microsoft.com/office/officeart/2005/8/layout/vList2"/>
    <dgm:cxn modelId="{E0D890A5-A2A1-4DF5-868A-145F5A624849}" type="presParOf" srcId="{55E0A832-F3A2-4621-A966-415873BDA86E}" destId="{733AC3BE-5D73-41C0-AA44-65F8BBF973C9}" srcOrd="8" destOrd="0" presId="urn:microsoft.com/office/officeart/2005/8/layout/vList2"/>
    <dgm:cxn modelId="{9015F559-161C-4D93-9125-1408BB7C9B6F}" type="presParOf" srcId="{55E0A832-F3A2-4621-A966-415873BDA86E}" destId="{52C82733-3451-4B57-9032-A18975E8BE69}" srcOrd="9" destOrd="0" presId="urn:microsoft.com/office/officeart/2005/8/layout/vList2"/>
    <dgm:cxn modelId="{445D0DE2-C73E-4AB5-8850-0A1D5CEBA2E8}" type="presParOf" srcId="{55E0A832-F3A2-4621-A966-415873BDA86E}" destId="{7458F84A-56AD-4C13-9D43-0A618A475F28}" srcOrd="10" destOrd="0" presId="urn:microsoft.com/office/officeart/2005/8/layout/vList2"/>
    <dgm:cxn modelId="{7BD9D38A-D9F6-4694-A52E-EDA65ADC29A0}" type="presParOf" srcId="{55E0A832-F3A2-4621-A966-415873BDA86E}" destId="{F50BA47A-CDE4-458D-A052-18DD07BCA3A7}" srcOrd="11" destOrd="0" presId="urn:microsoft.com/office/officeart/2005/8/layout/vList2"/>
    <dgm:cxn modelId="{54D8F96C-48B0-4A1D-AA75-3F8337DE8BB8}" type="presParOf" srcId="{55E0A832-F3A2-4621-A966-415873BDA86E}" destId="{27EA81C7-4534-411F-A83B-9455757B4A4A}" srcOrd="12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37F8B-6CDA-4ED8-84A5-A7DAEE1ED570}">
      <dsp:nvSpPr>
        <dsp:cNvPr id="0" name=""/>
        <dsp:cNvSpPr/>
      </dsp:nvSpPr>
      <dsp:spPr>
        <a:xfrm>
          <a:off x="0" y="2334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Summary</a:t>
          </a:r>
        </a:p>
      </dsp:txBody>
      <dsp:txXfrm>
        <a:off x="27415" y="50761"/>
        <a:ext cx="5249007" cy="506769"/>
      </dsp:txXfrm>
    </dsp:sp>
    <dsp:sp modelId="{DE097859-5A11-4876-ABDC-53BE8D492093}">
      <dsp:nvSpPr>
        <dsp:cNvPr id="0" name=""/>
        <dsp:cNvSpPr/>
      </dsp:nvSpPr>
      <dsp:spPr>
        <a:xfrm>
          <a:off x="0" y="65406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Literature Review</a:t>
          </a:r>
        </a:p>
      </dsp:txBody>
      <dsp:txXfrm>
        <a:off x="27415" y="681481"/>
        <a:ext cx="5249007" cy="506769"/>
      </dsp:txXfrm>
    </dsp:sp>
    <dsp:sp modelId="{8E7CE953-9633-4AE0-8102-CA39EEA75DC2}">
      <dsp:nvSpPr>
        <dsp:cNvPr id="0" name=""/>
        <dsp:cNvSpPr/>
      </dsp:nvSpPr>
      <dsp:spPr>
        <a:xfrm>
          <a:off x="0" y="128478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Design</a:t>
          </a:r>
        </a:p>
      </dsp:txBody>
      <dsp:txXfrm>
        <a:off x="27415" y="1312201"/>
        <a:ext cx="5249007" cy="506769"/>
      </dsp:txXfrm>
    </dsp:sp>
    <dsp:sp modelId="{B1896AFD-4E7A-4664-B756-8A776AF54679}">
      <dsp:nvSpPr>
        <dsp:cNvPr id="0" name=""/>
        <dsp:cNvSpPr/>
      </dsp:nvSpPr>
      <dsp:spPr>
        <a:xfrm>
          <a:off x="0" y="191550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Simulation</a:t>
          </a:r>
        </a:p>
      </dsp:txBody>
      <dsp:txXfrm>
        <a:off x="27415" y="1942921"/>
        <a:ext cx="5249007" cy="506769"/>
      </dsp:txXfrm>
    </dsp:sp>
    <dsp:sp modelId="{733AC3BE-5D73-41C0-AA44-65F8BBF973C9}">
      <dsp:nvSpPr>
        <dsp:cNvPr id="0" name=""/>
        <dsp:cNvSpPr/>
      </dsp:nvSpPr>
      <dsp:spPr>
        <a:xfrm>
          <a:off x="0" y="254622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Results</a:t>
          </a:r>
        </a:p>
      </dsp:txBody>
      <dsp:txXfrm>
        <a:off x="27415" y="2573641"/>
        <a:ext cx="5249007" cy="506769"/>
      </dsp:txXfrm>
    </dsp:sp>
    <dsp:sp modelId="{7458F84A-56AD-4C13-9D43-0A618A475F28}">
      <dsp:nvSpPr>
        <dsp:cNvPr id="0" name=""/>
        <dsp:cNvSpPr/>
      </dsp:nvSpPr>
      <dsp:spPr>
        <a:xfrm>
          <a:off x="0" y="317694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Conclusion</a:t>
          </a:r>
        </a:p>
      </dsp:txBody>
      <dsp:txXfrm>
        <a:off x="27415" y="3204361"/>
        <a:ext cx="5249007" cy="506769"/>
      </dsp:txXfrm>
    </dsp:sp>
    <dsp:sp modelId="{27EA81C7-4534-411F-A83B-9455757B4A4A}">
      <dsp:nvSpPr>
        <dsp:cNvPr id="0" name=""/>
        <dsp:cNvSpPr/>
      </dsp:nvSpPr>
      <dsp:spPr>
        <a:xfrm>
          <a:off x="0" y="3807665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Acknowledgement and References</a:t>
          </a:r>
        </a:p>
      </dsp:txBody>
      <dsp:txXfrm>
        <a:off x="27415" y="3835080"/>
        <a:ext cx="5249007" cy="5067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37F8B-6CDA-4ED8-84A5-A7DAEE1ED570}">
      <dsp:nvSpPr>
        <dsp:cNvPr id="0" name=""/>
        <dsp:cNvSpPr/>
      </dsp:nvSpPr>
      <dsp:spPr>
        <a:xfrm>
          <a:off x="0" y="2334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Summary</a:t>
          </a:r>
        </a:p>
      </dsp:txBody>
      <dsp:txXfrm>
        <a:off x="27415" y="50761"/>
        <a:ext cx="5249007" cy="506769"/>
      </dsp:txXfrm>
    </dsp:sp>
    <dsp:sp modelId="{DE097859-5A11-4876-ABDC-53BE8D492093}">
      <dsp:nvSpPr>
        <dsp:cNvPr id="0" name=""/>
        <dsp:cNvSpPr/>
      </dsp:nvSpPr>
      <dsp:spPr>
        <a:xfrm>
          <a:off x="0" y="65406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Literature Review</a:t>
          </a:r>
        </a:p>
      </dsp:txBody>
      <dsp:txXfrm>
        <a:off x="27415" y="681481"/>
        <a:ext cx="5249007" cy="506769"/>
      </dsp:txXfrm>
    </dsp:sp>
    <dsp:sp modelId="{8E7CE953-9633-4AE0-8102-CA39EEA75DC2}">
      <dsp:nvSpPr>
        <dsp:cNvPr id="0" name=""/>
        <dsp:cNvSpPr/>
      </dsp:nvSpPr>
      <dsp:spPr>
        <a:xfrm>
          <a:off x="0" y="128478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Design</a:t>
          </a:r>
        </a:p>
      </dsp:txBody>
      <dsp:txXfrm>
        <a:off x="27415" y="1312201"/>
        <a:ext cx="5249007" cy="506769"/>
      </dsp:txXfrm>
    </dsp:sp>
    <dsp:sp modelId="{B1896AFD-4E7A-4664-B756-8A776AF54679}">
      <dsp:nvSpPr>
        <dsp:cNvPr id="0" name=""/>
        <dsp:cNvSpPr/>
      </dsp:nvSpPr>
      <dsp:spPr>
        <a:xfrm>
          <a:off x="0" y="191550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Simulation</a:t>
          </a:r>
        </a:p>
      </dsp:txBody>
      <dsp:txXfrm>
        <a:off x="27415" y="1942921"/>
        <a:ext cx="5249007" cy="506769"/>
      </dsp:txXfrm>
    </dsp:sp>
    <dsp:sp modelId="{733AC3BE-5D73-41C0-AA44-65F8BBF973C9}">
      <dsp:nvSpPr>
        <dsp:cNvPr id="0" name=""/>
        <dsp:cNvSpPr/>
      </dsp:nvSpPr>
      <dsp:spPr>
        <a:xfrm>
          <a:off x="0" y="254622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Results</a:t>
          </a:r>
        </a:p>
      </dsp:txBody>
      <dsp:txXfrm>
        <a:off x="27415" y="2573641"/>
        <a:ext cx="5249007" cy="506769"/>
      </dsp:txXfrm>
    </dsp:sp>
    <dsp:sp modelId="{7458F84A-56AD-4C13-9D43-0A618A475F28}">
      <dsp:nvSpPr>
        <dsp:cNvPr id="0" name=""/>
        <dsp:cNvSpPr/>
      </dsp:nvSpPr>
      <dsp:spPr>
        <a:xfrm>
          <a:off x="0" y="31769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Conclusion</a:t>
          </a:r>
        </a:p>
      </dsp:txBody>
      <dsp:txXfrm>
        <a:off x="27415" y="3204361"/>
        <a:ext cx="5249007" cy="506769"/>
      </dsp:txXfrm>
    </dsp:sp>
    <dsp:sp modelId="{27EA81C7-4534-411F-A83B-9455757B4A4A}">
      <dsp:nvSpPr>
        <dsp:cNvPr id="0" name=""/>
        <dsp:cNvSpPr/>
      </dsp:nvSpPr>
      <dsp:spPr>
        <a:xfrm>
          <a:off x="0" y="3807665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Acknowledgement and References</a:t>
          </a:r>
        </a:p>
      </dsp:txBody>
      <dsp:txXfrm>
        <a:off x="27415" y="3835080"/>
        <a:ext cx="5249007" cy="5067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37F8B-6CDA-4ED8-84A5-A7DAEE1ED570}">
      <dsp:nvSpPr>
        <dsp:cNvPr id="0" name=""/>
        <dsp:cNvSpPr/>
      </dsp:nvSpPr>
      <dsp:spPr>
        <a:xfrm>
          <a:off x="0" y="233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Summary</a:t>
          </a:r>
        </a:p>
      </dsp:txBody>
      <dsp:txXfrm>
        <a:off x="27415" y="50761"/>
        <a:ext cx="5249007" cy="506769"/>
      </dsp:txXfrm>
    </dsp:sp>
    <dsp:sp modelId="{DE097859-5A11-4876-ABDC-53BE8D492093}">
      <dsp:nvSpPr>
        <dsp:cNvPr id="0" name=""/>
        <dsp:cNvSpPr/>
      </dsp:nvSpPr>
      <dsp:spPr>
        <a:xfrm>
          <a:off x="0" y="65406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Literature Review</a:t>
          </a:r>
        </a:p>
      </dsp:txBody>
      <dsp:txXfrm>
        <a:off x="27415" y="681481"/>
        <a:ext cx="5249007" cy="506769"/>
      </dsp:txXfrm>
    </dsp:sp>
    <dsp:sp modelId="{8E7CE953-9633-4AE0-8102-CA39EEA75DC2}">
      <dsp:nvSpPr>
        <dsp:cNvPr id="0" name=""/>
        <dsp:cNvSpPr/>
      </dsp:nvSpPr>
      <dsp:spPr>
        <a:xfrm>
          <a:off x="0" y="128478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Design</a:t>
          </a:r>
        </a:p>
      </dsp:txBody>
      <dsp:txXfrm>
        <a:off x="27415" y="1312201"/>
        <a:ext cx="5249007" cy="506769"/>
      </dsp:txXfrm>
    </dsp:sp>
    <dsp:sp modelId="{B1896AFD-4E7A-4664-B756-8A776AF54679}">
      <dsp:nvSpPr>
        <dsp:cNvPr id="0" name=""/>
        <dsp:cNvSpPr/>
      </dsp:nvSpPr>
      <dsp:spPr>
        <a:xfrm>
          <a:off x="0" y="191550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Simulation</a:t>
          </a:r>
        </a:p>
      </dsp:txBody>
      <dsp:txXfrm>
        <a:off x="27415" y="1942921"/>
        <a:ext cx="5249007" cy="506769"/>
      </dsp:txXfrm>
    </dsp:sp>
    <dsp:sp modelId="{733AC3BE-5D73-41C0-AA44-65F8BBF973C9}">
      <dsp:nvSpPr>
        <dsp:cNvPr id="0" name=""/>
        <dsp:cNvSpPr/>
      </dsp:nvSpPr>
      <dsp:spPr>
        <a:xfrm>
          <a:off x="0" y="254622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Results</a:t>
          </a:r>
        </a:p>
      </dsp:txBody>
      <dsp:txXfrm>
        <a:off x="27415" y="2573641"/>
        <a:ext cx="5249007" cy="506769"/>
      </dsp:txXfrm>
    </dsp:sp>
    <dsp:sp modelId="{7458F84A-56AD-4C13-9D43-0A618A475F28}">
      <dsp:nvSpPr>
        <dsp:cNvPr id="0" name=""/>
        <dsp:cNvSpPr/>
      </dsp:nvSpPr>
      <dsp:spPr>
        <a:xfrm>
          <a:off x="0" y="31769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Conclusion</a:t>
          </a:r>
        </a:p>
      </dsp:txBody>
      <dsp:txXfrm>
        <a:off x="27415" y="3204361"/>
        <a:ext cx="5249007" cy="506769"/>
      </dsp:txXfrm>
    </dsp:sp>
    <dsp:sp modelId="{27EA81C7-4534-411F-A83B-9455757B4A4A}">
      <dsp:nvSpPr>
        <dsp:cNvPr id="0" name=""/>
        <dsp:cNvSpPr/>
      </dsp:nvSpPr>
      <dsp:spPr>
        <a:xfrm>
          <a:off x="0" y="3807665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Acknowledgement and References</a:t>
          </a:r>
        </a:p>
      </dsp:txBody>
      <dsp:txXfrm>
        <a:off x="27415" y="3835080"/>
        <a:ext cx="5249007" cy="5067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37F8B-6CDA-4ED8-84A5-A7DAEE1ED570}">
      <dsp:nvSpPr>
        <dsp:cNvPr id="0" name=""/>
        <dsp:cNvSpPr/>
      </dsp:nvSpPr>
      <dsp:spPr>
        <a:xfrm>
          <a:off x="0" y="233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Summary</a:t>
          </a:r>
        </a:p>
      </dsp:txBody>
      <dsp:txXfrm>
        <a:off x="27415" y="50761"/>
        <a:ext cx="5249007" cy="506769"/>
      </dsp:txXfrm>
    </dsp:sp>
    <dsp:sp modelId="{DE097859-5A11-4876-ABDC-53BE8D492093}">
      <dsp:nvSpPr>
        <dsp:cNvPr id="0" name=""/>
        <dsp:cNvSpPr/>
      </dsp:nvSpPr>
      <dsp:spPr>
        <a:xfrm>
          <a:off x="0" y="65406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Literature Review</a:t>
          </a:r>
        </a:p>
      </dsp:txBody>
      <dsp:txXfrm>
        <a:off x="27415" y="681481"/>
        <a:ext cx="5249007" cy="506769"/>
      </dsp:txXfrm>
    </dsp:sp>
    <dsp:sp modelId="{8E7CE953-9633-4AE0-8102-CA39EEA75DC2}">
      <dsp:nvSpPr>
        <dsp:cNvPr id="0" name=""/>
        <dsp:cNvSpPr/>
      </dsp:nvSpPr>
      <dsp:spPr>
        <a:xfrm>
          <a:off x="0" y="128478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Design</a:t>
          </a:r>
        </a:p>
      </dsp:txBody>
      <dsp:txXfrm>
        <a:off x="27415" y="1312201"/>
        <a:ext cx="5249007" cy="506769"/>
      </dsp:txXfrm>
    </dsp:sp>
    <dsp:sp modelId="{B1896AFD-4E7A-4664-B756-8A776AF54679}">
      <dsp:nvSpPr>
        <dsp:cNvPr id="0" name=""/>
        <dsp:cNvSpPr/>
      </dsp:nvSpPr>
      <dsp:spPr>
        <a:xfrm>
          <a:off x="0" y="191550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Simulation</a:t>
          </a:r>
        </a:p>
      </dsp:txBody>
      <dsp:txXfrm>
        <a:off x="27415" y="1942921"/>
        <a:ext cx="5249007" cy="506769"/>
      </dsp:txXfrm>
    </dsp:sp>
    <dsp:sp modelId="{733AC3BE-5D73-41C0-AA44-65F8BBF973C9}">
      <dsp:nvSpPr>
        <dsp:cNvPr id="0" name=""/>
        <dsp:cNvSpPr/>
      </dsp:nvSpPr>
      <dsp:spPr>
        <a:xfrm>
          <a:off x="0" y="254622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Results</a:t>
          </a:r>
        </a:p>
      </dsp:txBody>
      <dsp:txXfrm>
        <a:off x="27415" y="2573641"/>
        <a:ext cx="5249007" cy="506769"/>
      </dsp:txXfrm>
    </dsp:sp>
    <dsp:sp modelId="{7458F84A-56AD-4C13-9D43-0A618A475F28}">
      <dsp:nvSpPr>
        <dsp:cNvPr id="0" name=""/>
        <dsp:cNvSpPr/>
      </dsp:nvSpPr>
      <dsp:spPr>
        <a:xfrm>
          <a:off x="0" y="31769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Conclusion</a:t>
          </a:r>
        </a:p>
      </dsp:txBody>
      <dsp:txXfrm>
        <a:off x="27415" y="3204361"/>
        <a:ext cx="5249007" cy="506769"/>
      </dsp:txXfrm>
    </dsp:sp>
    <dsp:sp modelId="{27EA81C7-4534-411F-A83B-9455757B4A4A}">
      <dsp:nvSpPr>
        <dsp:cNvPr id="0" name=""/>
        <dsp:cNvSpPr/>
      </dsp:nvSpPr>
      <dsp:spPr>
        <a:xfrm>
          <a:off x="0" y="3807665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Acknowledgement and References</a:t>
          </a:r>
        </a:p>
      </dsp:txBody>
      <dsp:txXfrm>
        <a:off x="27415" y="3835080"/>
        <a:ext cx="5249007" cy="5067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37F8B-6CDA-4ED8-84A5-A7DAEE1ED570}">
      <dsp:nvSpPr>
        <dsp:cNvPr id="0" name=""/>
        <dsp:cNvSpPr/>
      </dsp:nvSpPr>
      <dsp:spPr>
        <a:xfrm>
          <a:off x="0" y="233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Summary</a:t>
          </a:r>
        </a:p>
      </dsp:txBody>
      <dsp:txXfrm>
        <a:off x="27415" y="50761"/>
        <a:ext cx="5249007" cy="506769"/>
      </dsp:txXfrm>
    </dsp:sp>
    <dsp:sp modelId="{DE097859-5A11-4876-ABDC-53BE8D492093}">
      <dsp:nvSpPr>
        <dsp:cNvPr id="0" name=""/>
        <dsp:cNvSpPr/>
      </dsp:nvSpPr>
      <dsp:spPr>
        <a:xfrm>
          <a:off x="0" y="65406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Literature Review</a:t>
          </a:r>
        </a:p>
      </dsp:txBody>
      <dsp:txXfrm>
        <a:off x="27415" y="681481"/>
        <a:ext cx="5249007" cy="506769"/>
      </dsp:txXfrm>
    </dsp:sp>
    <dsp:sp modelId="{8E7CE953-9633-4AE0-8102-CA39EEA75DC2}">
      <dsp:nvSpPr>
        <dsp:cNvPr id="0" name=""/>
        <dsp:cNvSpPr/>
      </dsp:nvSpPr>
      <dsp:spPr>
        <a:xfrm>
          <a:off x="0" y="128478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Design</a:t>
          </a:r>
        </a:p>
      </dsp:txBody>
      <dsp:txXfrm>
        <a:off x="27415" y="1312201"/>
        <a:ext cx="5249007" cy="506769"/>
      </dsp:txXfrm>
    </dsp:sp>
    <dsp:sp modelId="{B1896AFD-4E7A-4664-B756-8A776AF54679}">
      <dsp:nvSpPr>
        <dsp:cNvPr id="0" name=""/>
        <dsp:cNvSpPr/>
      </dsp:nvSpPr>
      <dsp:spPr>
        <a:xfrm>
          <a:off x="0" y="191550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Simulation</a:t>
          </a:r>
        </a:p>
      </dsp:txBody>
      <dsp:txXfrm>
        <a:off x="27415" y="1942921"/>
        <a:ext cx="5249007" cy="506769"/>
      </dsp:txXfrm>
    </dsp:sp>
    <dsp:sp modelId="{733AC3BE-5D73-41C0-AA44-65F8BBF973C9}">
      <dsp:nvSpPr>
        <dsp:cNvPr id="0" name=""/>
        <dsp:cNvSpPr/>
      </dsp:nvSpPr>
      <dsp:spPr>
        <a:xfrm>
          <a:off x="0" y="254622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Results</a:t>
          </a:r>
        </a:p>
      </dsp:txBody>
      <dsp:txXfrm>
        <a:off x="27415" y="2573641"/>
        <a:ext cx="5249007" cy="506769"/>
      </dsp:txXfrm>
    </dsp:sp>
    <dsp:sp modelId="{7458F84A-56AD-4C13-9D43-0A618A475F28}">
      <dsp:nvSpPr>
        <dsp:cNvPr id="0" name=""/>
        <dsp:cNvSpPr/>
      </dsp:nvSpPr>
      <dsp:spPr>
        <a:xfrm>
          <a:off x="0" y="31769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Conclusion</a:t>
          </a:r>
        </a:p>
      </dsp:txBody>
      <dsp:txXfrm>
        <a:off x="27415" y="3204361"/>
        <a:ext cx="5249007" cy="506769"/>
      </dsp:txXfrm>
    </dsp:sp>
    <dsp:sp modelId="{27EA81C7-4534-411F-A83B-9455757B4A4A}">
      <dsp:nvSpPr>
        <dsp:cNvPr id="0" name=""/>
        <dsp:cNvSpPr/>
      </dsp:nvSpPr>
      <dsp:spPr>
        <a:xfrm>
          <a:off x="0" y="3807665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Acknowledgement and References</a:t>
          </a:r>
        </a:p>
      </dsp:txBody>
      <dsp:txXfrm>
        <a:off x="27415" y="3835080"/>
        <a:ext cx="5249007" cy="5067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37F8B-6CDA-4ED8-84A5-A7DAEE1ED570}">
      <dsp:nvSpPr>
        <dsp:cNvPr id="0" name=""/>
        <dsp:cNvSpPr/>
      </dsp:nvSpPr>
      <dsp:spPr>
        <a:xfrm>
          <a:off x="0" y="233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Summary</a:t>
          </a:r>
        </a:p>
      </dsp:txBody>
      <dsp:txXfrm>
        <a:off x="27415" y="50761"/>
        <a:ext cx="5249007" cy="506769"/>
      </dsp:txXfrm>
    </dsp:sp>
    <dsp:sp modelId="{DE097859-5A11-4876-ABDC-53BE8D492093}">
      <dsp:nvSpPr>
        <dsp:cNvPr id="0" name=""/>
        <dsp:cNvSpPr/>
      </dsp:nvSpPr>
      <dsp:spPr>
        <a:xfrm>
          <a:off x="0" y="65406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Literature Review</a:t>
          </a:r>
        </a:p>
      </dsp:txBody>
      <dsp:txXfrm>
        <a:off x="27415" y="681481"/>
        <a:ext cx="5249007" cy="506769"/>
      </dsp:txXfrm>
    </dsp:sp>
    <dsp:sp modelId="{8E7CE953-9633-4AE0-8102-CA39EEA75DC2}">
      <dsp:nvSpPr>
        <dsp:cNvPr id="0" name=""/>
        <dsp:cNvSpPr/>
      </dsp:nvSpPr>
      <dsp:spPr>
        <a:xfrm>
          <a:off x="0" y="128478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Design</a:t>
          </a:r>
        </a:p>
      </dsp:txBody>
      <dsp:txXfrm>
        <a:off x="27415" y="1312201"/>
        <a:ext cx="5249007" cy="506769"/>
      </dsp:txXfrm>
    </dsp:sp>
    <dsp:sp modelId="{B1896AFD-4E7A-4664-B756-8A776AF54679}">
      <dsp:nvSpPr>
        <dsp:cNvPr id="0" name=""/>
        <dsp:cNvSpPr/>
      </dsp:nvSpPr>
      <dsp:spPr>
        <a:xfrm>
          <a:off x="0" y="191550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Simulation</a:t>
          </a:r>
        </a:p>
      </dsp:txBody>
      <dsp:txXfrm>
        <a:off x="27415" y="1942921"/>
        <a:ext cx="5249007" cy="506769"/>
      </dsp:txXfrm>
    </dsp:sp>
    <dsp:sp modelId="{733AC3BE-5D73-41C0-AA44-65F8BBF973C9}">
      <dsp:nvSpPr>
        <dsp:cNvPr id="0" name=""/>
        <dsp:cNvSpPr/>
      </dsp:nvSpPr>
      <dsp:spPr>
        <a:xfrm>
          <a:off x="0" y="254622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Results</a:t>
          </a:r>
        </a:p>
      </dsp:txBody>
      <dsp:txXfrm>
        <a:off x="27415" y="2573641"/>
        <a:ext cx="5249007" cy="506769"/>
      </dsp:txXfrm>
    </dsp:sp>
    <dsp:sp modelId="{7458F84A-56AD-4C13-9D43-0A618A475F28}">
      <dsp:nvSpPr>
        <dsp:cNvPr id="0" name=""/>
        <dsp:cNvSpPr/>
      </dsp:nvSpPr>
      <dsp:spPr>
        <a:xfrm>
          <a:off x="0" y="31769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Conclusion</a:t>
          </a:r>
        </a:p>
      </dsp:txBody>
      <dsp:txXfrm>
        <a:off x="27415" y="3204361"/>
        <a:ext cx="5249007" cy="506769"/>
      </dsp:txXfrm>
    </dsp:sp>
    <dsp:sp modelId="{27EA81C7-4534-411F-A83B-9455757B4A4A}">
      <dsp:nvSpPr>
        <dsp:cNvPr id="0" name=""/>
        <dsp:cNvSpPr/>
      </dsp:nvSpPr>
      <dsp:spPr>
        <a:xfrm>
          <a:off x="0" y="3807665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Acknowledgement and References</a:t>
          </a:r>
        </a:p>
      </dsp:txBody>
      <dsp:txXfrm>
        <a:off x="27415" y="3835080"/>
        <a:ext cx="5249007" cy="5067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37F8B-6CDA-4ED8-84A5-A7DAEE1ED570}">
      <dsp:nvSpPr>
        <dsp:cNvPr id="0" name=""/>
        <dsp:cNvSpPr/>
      </dsp:nvSpPr>
      <dsp:spPr>
        <a:xfrm>
          <a:off x="0" y="233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Summary</a:t>
          </a:r>
        </a:p>
      </dsp:txBody>
      <dsp:txXfrm>
        <a:off x="27415" y="50761"/>
        <a:ext cx="5249007" cy="506769"/>
      </dsp:txXfrm>
    </dsp:sp>
    <dsp:sp modelId="{DE097859-5A11-4876-ABDC-53BE8D492093}">
      <dsp:nvSpPr>
        <dsp:cNvPr id="0" name=""/>
        <dsp:cNvSpPr/>
      </dsp:nvSpPr>
      <dsp:spPr>
        <a:xfrm>
          <a:off x="0" y="65406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Literature Review</a:t>
          </a:r>
        </a:p>
      </dsp:txBody>
      <dsp:txXfrm>
        <a:off x="27415" y="681481"/>
        <a:ext cx="5249007" cy="506769"/>
      </dsp:txXfrm>
    </dsp:sp>
    <dsp:sp modelId="{8E7CE953-9633-4AE0-8102-CA39EEA75DC2}">
      <dsp:nvSpPr>
        <dsp:cNvPr id="0" name=""/>
        <dsp:cNvSpPr/>
      </dsp:nvSpPr>
      <dsp:spPr>
        <a:xfrm>
          <a:off x="0" y="128478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Design</a:t>
          </a:r>
        </a:p>
      </dsp:txBody>
      <dsp:txXfrm>
        <a:off x="27415" y="1312201"/>
        <a:ext cx="5249007" cy="506769"/>
      </dsp:txXfrm>
    </dsp:sp>
    <dsp:sp modelId="{B1896AFD-4E7A-4664-B756-8A776AF54679}">
      <dsp:nvSpPr>
        <dsp:cNvPr id="0" name=""/>
        <dsp:cNvSpPr/>
      </dsp:nvSpPr>
      <dsp:spPr>
        <a:xfrm>
          <a:off x="0" y="191550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Simulation</a:t>
          </a:r>
        </a:p>
      </dsp:txBody>
      <dsp:txXfrm>
        <a:off x="27415" y="1942921"/>
        <a:ext cx="5249007" cy="506769"/>
      </dsp:txXfrm>
    </dsp:sp>
    <dsp:sp modelId="{733AC3BE-5D73-41C0-AA44-65F8BBF973C9}">
      <dsp:nvSpPr>
        <dsp:cNvPr id="0" name=""/>
        <dsp:cNvSpPr/>
      </dsp:nvSpPr>
      <dsp:spPr>
        <a:xfrm>
          <a:off x="0" y="254622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Results</a:t>
          </a:r>
        </a:p>
      </dsp:txBody>
      <dsp:txXfrm>
        <a:off x="27415" y="2573641"/>
        <a:ext cx="5249007" cy="506769"/>
      </dsp:txXfrm>
    </dsp:sp>
    <dsp:sp modelId="{7458F84A-56AD-4C13-9D43-0A618A475F28}">
      <dsp:nvSpPr>
        <dsp:cNvPr id="0" name=""/>
        <dsp:cNvSpPr/>
      </dsp:nvSpPr>
      <dsp:spPr>
        <a:xfrm>
          <a:off x="0" y="3176946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Conclusion</a:t>
          </a:r>
        </a:p>
      </dsp:txBody>
      <dsp:txXfrm>
        <a:off x="27415" y="3204361"/>
        <a:ext cx="5249007" cy="506769"/>
      </dsp:txXfrm>
    </dsp:sp>
    <dsp:sp modelId="{27EA81C7-4534-411F-A83B-9455757B4A4A}">
      <dsp:nvSpPr>
        <dsp:cNvPr id="0" name=""/>
        <dsp:cNvSpPr/>
      </dsp:nvSpPr>
      <dsp:spPr>
        <a:xfrm>
          <a:off x="0" y="3807665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Acknowledgement and References</a:t>
          </a:r>
        </a:p>
      </dsp:txBody>
      <dsp:txXfrm>
        <a:off x="27415" y="3835080"/>
        <a:ext cx="5249007" cy="5067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37F8B-6CDA-4ED8-84A5-A7DAEE1ED570}">
      <dsp:nvSpPr>
        <dsp:cNvPr id="0" name=""/>
        <dsp:cNvSpPr/>
      </dsp:nvSpPr>
      <dsp:spPr>
        <a:xfrm>
          <a:off x="0" y="233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Summary</a:t>
          </a:r>
        </a:p>
      </dsp:txBody>
      <dsp:txXfrm>
        <a:off x="27415" y="50761"/>
        <a:ext cx="5249007" cy="506769"/>
      </dsp:txXfrm>
    </dsp:sp>
    <dsp:sp modelId="{DE097859-5A11-4876-ABDC-53BE8D492093}">
      <dsp:nvSpPr>
        <dsp:cNvPr id="0" name=""/>
        <dsp:cNvSpPr/>
      </dsp:nvSpPr>
      <dsp:spPr>
        <a:xfrm>
          <a:off x="0" y="65406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Literature Review</a:t>
          </a:r>
        </a:p>
      </dsp:txBody>
      <dsp:txXfrm>
        <a:off x="27415" y="681481"/>
        <a:ext cx="5249007" cy="506769"/>
      </dsp:txXfrm>
    </dsp:sp>
    <dsp:sp modelId="{8E7CE953-9633-4AE0-8102-CA39EEA75DC2}">
      <dsp:nvSpPr>
        <dsp:cNvPr id="0" name=""/>
        <dsp:cNvSpPr/>
      </dsp:nvSpPr>
      <dsp:spPr>
        <a:xfrm>
          <a:off x="0" y="128478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Design</a:t>
          </a:r>
        </a:p>
      </dsp:txBody>
      <dsp:txXfrm>
        <a:off x="27415" y="1312201"/>
        <a:ext cx="5249007" cy="506769"/>
      </dsp:txXfrm>
    </dsp:sp>
    <dsp:sp modelId="{B1896AFD-4E7A-4664-B756-8A776AF54679}">
      <dsp:nvSpPr>
        <dsp:cNvPr id="0" name=""/>
        <dsp:cNvSpPr/>
      </dsp:nvSpPr>
      <dsp:spPr>
        <a:xfrm>
          <a:off x="0" y="191550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Simulation</a:t>
          </a:r>
        </a:p>
      </dsp:txBody>
      <dsp:txXfrm>
        <a:off x="27415" y="1942921"/>
        <a:ext cx="5249007" cy="506769"/>
      </dsp:txXfrm>
    </dsp:sp>
    <dsp:sp modelId="{733AC3BE-5D73-41C0-AA44-65F8BBF973C9}">
      <dsp:nvSpPr>
        <dsp:cNvPr id="0" name=""/>
        <dsp:cNvSpPr/>
      </dsp:nvSpPr>
      <dsp:spPr>
        <a:xfrm>
          <a:off x="0" y="254622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Results</a:t>
          </a:r>
        </a:p>
      </dsp:txBody>
      <dsp:txXfrm>
        <a:off x="27415" y="2573641"/>
        <a:ext cx="5249007" cy="506769"/>
      </dsp:txXfrm>
    </dsp:sp>
    <dsp:sp modelId="{7458F84A-56AD-4C13-9D43-0A618A475F28}">
      <dsp:nvSpPr>
        <dsp:cNvPr id="0" name=""/>
        <dsp:cNvSpPr/>
      </dsp:nvSpPr>
      <dsp:spPr>
        <a:xfrm>
          <a:off x="0" y="3176946"/>
          <a:ext cx="5303837" cy="561599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Conclusion</a:t>
          </a:r>
        </a:p>
      </dsp:txBody>
      <dsp:txXfrm>
        <a:off x="27415" y="3204361"/>
        <a:ext cx="5249007" cy="506769"/>
      </dsp:txXfrm>
    </dsp:sp>
    <dsp:sp modelId="{27EA81C7-4534-411F-A83B-9455757B4A4A}">
      <dsp:nvSpPr>
        <dsp:cNvPr id="0" name=""/>
        <dsp:cNvSpPr/>
      </dsp:nvSpPr>
      <dsp:spPr>
        <a:xfrm>
          <a:off x="0" y="3807665"/>
          <a:ext cx="5303837" cy="56159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Acknowledgement and References</a:t>
          </a:r>
        </a:p>
      </dsp:txBody>
      <dsp:txXfrm>
        <a:off x="27415" y="3835080"/>
        <a:ext cx="5249007" cy="506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0F265C-9DF2-E8FB-C281-49A95720C6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88A12-072E-E9DD-75D8-792036B5C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F0298-9D9B-42EE-9FBC-5BF5BA8C94E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86D79-EFC6-014D-40F3-68F8FB024E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A9D36-8240-DBBB-128E-9E573BE9A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436C1-A97E-48B9-A38A-E4B8449736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307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F15EC-E103-EA4C-8F3D-F70BFBFE368F}" type="datetimeFigureOut">
              <a:rPr lang="en-BD" smtClean="0"/>
              <a:t>06/10/2026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5D39E-BF79-5044-9B9C-292D64001D9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0034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B6435D3-8090-1D30-837E-5C90FCC646C1}"/>
              </a:ext>
            </a:extLst>
          </p:cNvPr>
          <p:cNvSpPr/>
          <p:nvPr userDrawn="1"/>
        </p:nvSpPr>
        <p:spPr>
          <a:xfrm>
            <a:off x="-3146" y="0"/>
            <a:ext cx="12192000" cy="20371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0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9052" y="4674892"/>
            <a:ext cx="7464446" cy="45720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spc="8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CF256B-783D-1F47-F02E-860D3989792B}"/>
              </a:ext>
            </a:extLst>
          </p:cNvPr>
          <p:cNvSpPr/>
          <p:nvPr userDrawn="1"/>
        </p:nvSpPr>
        <p:spPr>
          <a:xfrm>
            <a:off x="-3146" y="6224026"/>
            <a:ext cx="12192000" cy="646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4274EB-C6AD-4AF0-A8C5-76F8539F0C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6213" y="158750"/>
            <a:ext cx="9272587" cy="657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F8B375C-47B0-B098-5E2F-4B8C1BF3F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6412" y="6396262"/>
            <a:ext cx="673041" cy="4200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sp>
        <p:nvSpPr>
          <p:cNvPr id="26" name="Date Placeholder 5">
            <a:extLst>
              <a:ext uri="{FF2B5EF4-FFF2-40B4-BE49-F238E27FC236}">
                <a16:creationId xmlns:a16="http://schemas.microsoft.com/office/drawing/2014/main" id="{D82B61AF-E56D-F625-4390-5F63E1884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99150" y="6372123"/>
            <a:ext cx="2373280" cy="4470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2F12B4E6-980F-B96D-7BAF-97CE9407A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2430" y="6371739"/>
            <a:ext cx="5000625" cy="447781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/>
              <a:t>EEE 400: Title of the Presentation</a:t>
            </a:r>
            <a:endParaRPr lang="en-BD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2758542-8664-E93C-59B3-D3D4D9072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16" y="6337301"/>
            <a:ext cx="2608126" cy="5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2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B6435D3-8090-1D30-837E-5C90FCC646C1}"/>
              </a:ext>
            </a:extLst>
          </p:cNvPr>
          <p:cNvSpPr/>
          <p:nvPr userDrawn="1"/>
        </p:nvSpPr>
        <p:spPr>
          <a:xfrm>
            <a:off x="-3146" y="0"/>
            <a:ext cx="12192000" cy="20371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0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9052" y="4674892"/>
            <a:ext cx="7464446" cy="45720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spc="8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CF256B-783D-1F47-F02E-860D3989792B}"/>
              </a:ext>
            </a:extLst>
          </p:cNvPr>
          <p:cNvSpPr/>
          <p:nvPr userDrawn="1"/>
        </p:nvSpPr>
        <p:spPr>
          <a:xfrm>
            <a:off x="-3146" y="6224026"/>
            <a:ext cx="12192000" cy="646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8C9E29-EBFF-985E-158F-E3BDB4E1765B}"/>
              </a:ext>
            </a:extLst>
          </p:cNvPr>
          <p:cNvSpPr txBox="1"/>
          <p:nvPr userDrawn="1"/>
        </p:nvSpPr>
        <p:spPr>
          <a:xfrm>
            <a:off x="1559052" y="5387949"/>
            <a:ext cx="6924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Electrical and Electronic Engineering</a:t>
            </a:r>
          </a:p>
          <a:p>
            <a:r>
              <a:rPr lang="en-US" dirty="0"/>
              <a:t>Bangladesh University of Engineering and Technology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4274EB-C6AD-4AF0-A8C5-76F8539F0C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6213" y="158750"/>
            <a:ext cx="9272587" cy="657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F8B375C-47B0-B098-5E2F-4B8C1BF3F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6412" y="6396262"/>
            <a:ext cx="673041" cy="4200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sp>
        <p:nvSpPr>
          <p:cNvPr id="26" name="Date Placeholder 5">
            <a:extLst>
              <a:ext uri="{FF2B5EF4-FFF2-40B4-BE49-F238E27FC236}">
                <a16:creationId xmlns:a16="http://schemas.microsoft.com/office/drawing/2014/main" id="{D82B61AF-E56D-F625-4390-5F63E1884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99150" y="6372123"/>
            <a:ext cx="2373280" cy="4470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2F12B4E6-980F-B96D-7BAF-97CE9407A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2430" y="6371739"/>
            <a:ext cx="5000625" cy="447781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/>
              <a:t>EEE 400: Title of the Presentation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604232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21943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950477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3BF6E5-C98C-F708-B2BD-4219218A8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788" y="1401370"/>
            <a:ext cx="5303520" cy="439337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C654A39-EB62-320C-8C11-C8083EC9B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01370"/>
            <a:ext cx="5780566" cy="439337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413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14015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3BF6E5-C98C-F708-B2BD-4219218A8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789" y="1967023"/>
            <a:ext cx="5303520" cy="414669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C654A39-EB62-320C-8C11-C8083EC9B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1" y="1967023"/>
            <a:ext cx="5780566" cy="414669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92C07-A07E-2C6C-A2ED-5CFA375CA0C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7789" y="1304938"/>
            <a:ext cx="530352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1">
                <a:solidFill>
                  <a:srgbClr val="C00000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A2C0FB6-34A7-D512-4170-BFD90919A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1" y="1304938"/>
            <a:ext cx="575821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1">
                <a:solidFill>
                  <a:srgbClr val="C00000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4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3BF6E5-C98C-F708-B2BD-4219218A8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2597" y="1796903"/>
            <a:ext cx="5303520" cy="391349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C654A39-EB62-320C-8C11-C8083EC9B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0809" y="1796903"/>
            <a:ext cx="5780566" cy="391349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92C07-A07E-2C6C-A2ED-5CFA375CA0C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7789" y="1304938"/>
            <a:ext cx="5303520" cy="491964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1">
                <a:solidFill>
                  <a:srgbClr val="C00000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A2C0FB6-34A7-D512-4170-BFD90919A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1" y="1304938"/>
            <a:ext cx="5758210" cy="491964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1">
                <a:solidFill>
                  <a:srgbClr val="C00000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40794BA-A3B7-4A23-B918-0FEE4192B3A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61508" y="5741727"/>
            <a:ext cx="5303520" cy="491964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i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0C5A0B9-2EDE-4E12-8F33-F935C1D4C8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30353" y="5741727"/>
            <a:ext cx="5758210" cy="491964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i="1">
                <a:solidFill>
                  <a:schemeClr val="tx1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5133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3BF6E5-C98C-F708-B2BD-4219218A8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2597" y="1796903"/>
            <a:ext cx="5303520" cy="391349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C654A39-EB62-320C-8C11-C8083EC9B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0809" y="1796903"/>
            <a:ext cx="5780566" cy="391349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92C07-A07E-2C6C-A2ED-5CFA375CA0C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7789" y="1304938"/>
            <a:ext cx="11563586" cy="491964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1">
                <a:solidFill>
                  <a:srgbClr val="C00000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0C5A0B9-2EDE-4E12-8F33-F935C1D4C8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30353" y="5741727"/>
            <a:ext cx="5758210" cy="491964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i="1">
                <a:solidFill>
                  <a:schemeClr val="tx1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514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21C061-E4BD-67C6-02E3-02C7112C3A29}"/>
              </a:ext>
            </a:extLst>
          </p:cNvPr>
          <p:cNvSpPr/>
          <p:nvPr userDrawn="1"/>
        </p:nvSpPr>
        <p:spPr>
          <a:xfrm>
            <a:off x="-3146" y="6297307"/>
            <a:ext cx="12192000" cy="5730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99FCF85-C9C5-C5A5-AFED-825D40A292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16" y="6337301"/>
            <a:ext cx="2608126" cy="5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4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21C061-E4BD-67C6-02E3-02C7112C3A29}"/>
              </a:ext>
            </a:extLst>
          </p:cNvPr>
          <p:cNvSpPr/>
          <p:nvPr userDrawn="1"/>
        </p:nvSpPr>
        <p:spPr>
          <a:xfrm>
            <a:off x="-3146" y="6297307"/>
            <a:ext cx="12192000" cy="5730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69CA169-9B9D-4F5F-99DB-9B8799CE6A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16" y="6337301"/>
            <a:ext cx="2608126" cy="5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924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21C061-E4BD-67C6-02E3-02C7112C3A29}"/>
              </a:ext>
            </a:extLst>
          </p:cNvPr>
          <p:cNvSpPr/>
          <p:nvPr userDrawn="1"/>
        </p:nvSpPr>
        <p:spPr>
          <a:xfrm>
            <a:off x="-3146" y="6297307"/>
            <a:ext cx="12192000" cy="5730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3BF6E5-C98C-F708-B2BD-4219218A8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788" y="1401370"/>
            <a:ext cx="5303520" cy="439337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C654A39-EB62-320C-8C11-C8083EC9B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01370"/>
            <a:ext cx="5780566" cy="439337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481434-F0A1-536B-3509-D9027D3BA0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16" y="6337301"/>
            <a:ext cx="2608126" cy="5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857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21C061-E4BD-67C6-02E3-02C7112C3A29}"/>
              </a:ext>
            </a:extLst>
          </p:cNvPr>
          <p:cNvSpPr/>
          <p:nvPr userDrawn="1"/>
        </p:nvSpPr>
        <p:spPr>
          <a:xfrm>
            <a:off x="-3146" y="6297307"/>
            <a:ext cx="12192000" cy="5730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03088" y="1374032"/>
            <a:ext cx="5592726" cy="1347903"/>
          </a:xfrm>
        </p:spPr>
        <p:txBody>
          <a:bodyPr/>
          <a:lstStyle>
            <a:lvl1pPr>
              <a:defRPr sz="3200">
                <a:solidFill>
                  <a:srgbClr val="C00000"/>
                </a:solidFill>
              </a:defRPr>
            </a:lvl1pPr>
          </a:lstStyle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3BF6E5-C98C-F708-B2BD-4219218A8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788" y="1401370"/>
            <a:ext cx="5303520" cy="439337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C654A39-EB62-320C-8C11-C8083EC9B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902688"/>
            <a:ext cx="5780566" cy="289205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EA50BAA-A03E-B6F3-D07D-7D0FCC9237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16" y="6337301"/>
            <a:ext cx="2608126" cy="5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66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21C061-E4BD-67C6-02E3-02C7112C3A29}"/>
              </a:ext>
            </a:extLst>
          </p:cNvPr>
          <p:cNvSpPr/>
          <p:nvPr userDrawn="1"/>
        </p:nvSpPr>
        <p:spPr>
          <a:xfrm>
            <a:off x="-3146" y="6297307"/>
            <a:ext cx="12192000" cy="5730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67B045-7A06-D90F-9F3E-15EF1ACBE2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16" y="6337301"/>
            <a:ext cx="2608126" cy="5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88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21C061-E4BD-67C6-02E3-02C7112C3A29}"/>
              </a:ext>
            </a:extLst>
          </p:cNvPr>
          <p:cNvSpPr/>
          <p:nvPr userDrawn="1"/>
        </p:nvSpPr>
        <p:spPr>
          <a:xfrm>
            <a:off x="-3146" y="6297307"/>
            <a:ext cx="12192000" cy="5730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EEE 400: Title of the Presentation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3BF6E5-C98C-F708-B2BD-4219218A8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789" y="1967023"/>
            <a:ext cx="5303520" cy="41466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C654A39-EB62-320C-8C11-C8083EC9B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1" y="1967023"/>
            <a:ext cx="5780566" cy="41466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92C07-A07E-2C6C-A2ED-5CFA375CA0C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7789" y="1304938"/>
            <a:ext cx="530352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1">
                <a:solidFill>
                  <a:srgbClr val="C00000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A2C0FB6-34A7-D512-4170-BFD90919A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1" y="1304938"/>
            <a:ext cx="575821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1">
                <a:solidFill>
                  <a:srgbClr val="C00000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BA452B5-F045-0DFC-00DE-44DFE4DE1A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16" y="6337301"/>
            <a:ext cx="2608126" cy="5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3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52ED7D-C8C9-FC45-9D41-2B197068D5F8}"/>
              </a:ext>
            </a:extLst>
          </p:cNvPr>
          <p:cNvSpPr/>
          <p:nvPr userDrawn="1"/>
        </p:nvSpPr>
        <p:spPr>
          <a:xfrm>
            <a:off x="-3146" y="6297307"/>
            <a:ext cx="12192000" cy="5730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9609" y="459714"/>
            <a:ext cx="11546958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9609" y="1493520"/>
            <a:ext cx="11546958" cy="454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6412" y="6396262"/>
            <a:ext cx="673041" cy="4200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576C60AE-BF9F-E948-A464-57EC6013B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99149" y="6372123"/>
            <a:ext cx="2993149" cy="4470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DCD1120D-AD02-624F-AC7B-A52A109EC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81700" y="6371739"/>
            <a:ext cx="4291355" cy="447781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/>
              <a:t>EEE 400: Title of the Presentation</a:t>
            </a:r>
            <a:endParaRPr lang="en-BD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2849F54-1AE9-9CF4-01D8-A745326B63D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016" y="6337301"/>
            <a:ext cx="2608126" cy="5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2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26" r:id="rId2"/>
    <p:sldLayoutId id="2147483711" r:id="rId3"/>
    <p:sldLayoutId id="2147483721" r:id="rId4"/>
    <p:sldLayoutId id="2147483719" r:id="rId5"/>
    <p:sldLayoutId id="2147483723" r:id="rId6"/>
    <p:sldLayoutId id="2147483725" r:id="rId7"/>
    <p:sldLayoutId id="2147483729" r:id="rId8"/>
    <p:sldLayoutId id="2147483730" r:id="rId9"/>
    <p:sldLayoutId id="2147483720" r:id="rId10"/>
    <p:sldLayoutId id="2147483718" r:id="rId11"/>
    <p:sldLayoutId id="2147483717" r:id="rId12"/>
    <p:sldLayoutId id="2147483727" r:id="rId13"/>
    <p:sldLayoutId id="2147483722" r:id="rId14"/>
    <p:sldLayoutId id="2147483724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spc="0" baseline="0" dirty="0">
          <a:solidFill>
            <a:srgbClr val="C00000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6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C925-AD3C-084C-A393-173805EA7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940" y="2120350"/>
            <a:ext cx="9068586" cy="1580405"/>
          </a:xfrm>
        </p:spPr>
        <p:txBody>
          <a:bodyPr/>
          <a:lstStyle/>
          <a:p>
            <a:r>
              <a:rPr lang="en-US" sz="3200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Deep Sparse-to-Dense Automotive Radar Perception for Super-Resolved Object Detection and Classification</a:t>
            </a:r>
            <a:endParaRPr lang="en-BD" sz="3200" cap="none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5636667E-12AA-33D2-00FA-4C32ED7D0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320" y="3892533"/>
            <a:ext cx="7464446" cy="2073511"/>
          </a:xfrm>
        </p:spPr>
        <p:txBody>
          <a:bodyPr>
            <a:normAutofit fontScale="92500" lnSpcReduction="10000"/>
          </a:bodyPr>
          <a:lstStyle/>
          <a:p>
            <a:r>
              <a:rPr lang="en-US" sz="1900" b="1" dirty="0"/>
              <a:t>Presented by:</a:t>
            </a:r>
          </a:p>
          <a:p>
            <a:endParaRPr lang="en-US" sz="2100" dirty="0"/>
          </a:p>
          <a:p>
            <a:pPr marL="574675" indent="-515938">
              <a:spcAft>
                <a:spcPts val="600"/>
              </a:spcAft>
              <a:buAutoNum type="arabicPeriod"/>
            </a:pPr>
            <a:r>
              <a:rPr lang="en-US" sz="3200" dirty="0"/>
              <a:t>Md. Symria Raihan</a:t>
            </a:r>
            <a:br>
              <a:rPr lang="en-US" sz="3200" dirty="0"/>
            </a:br>
            <a:r>
              <a:rPr lang="en-US" dirty="0"/>
              <a:t>Student ID: 2006133</a:t>
            </a:r>
          </a:p>
          <a:p>
            <a:pPr marL="574675" indent="-515938">
              <a:spcAft>
                <a:spcPts val="600"/>
              </a:spcAft>
              <a:buFont typeface="Garamond" pitchFamily="18" charset="0"/>
              <a:buAutoNum type="arabicPeriod"/>
            </a:pPr>
            <a:r>
              <a:rPr lang="en-US" sz="3200" dirty="0"/>
              <a:t>Md Moshahed Parvez</a:t>
            </a:r>
            <a:br>
              <a:rPr lang="en-US" sz="3200" dirty="0"/>
            </a:br>
            <a:r>
              <a:rPr lang="en-US" dirty="0"/>
              <a:t>Student ID: 2006148</a:t>
            </a:r>
            <a:endParaRPr lang="en-GB" dirty="0"/>
          </a:p>
          <a:p>
            <a:pPr marL="574675" indent="-515938">
              <a:buAutoNum type="arabicPeriod"/>
            </a:pPr>
            <a:endParaRPr lang="en-GB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FB0854C-9268-D505-25FF-72F1E27B8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39440" y="6358750"/>
            <a:ext cx="2373280" cy="447012"/>
          </a:xfrm>
        </p:spPr>
        <p:txBody>
          <a:bodyPr/>
          <a:lstStyle/>
          <a:p>
            <a:r>
              <a:rPr lang="en-US"/>
              <a:t>Mr. John Doe (St ID: 1906XXX)</a:t>
            </a:r>
            <a:endParaRPr lang="en-BD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77D0144-D3BB-C357-9F8E-7D9591A7E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</a:t>
            </a:fld>
            <a:endParaRPr lang="en-BD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ECC13EE-FBCE-10C6-EB5D-43BB62188098}"/>
              </a:ext>
            </a:extLst>
          </p:cNvPr>
          <p:cNvSpPr txBox="1">
            <a:spLocks/>
          </p:cNvSpPr>
          <p:nvPr/>
        </p:nvSpPr>
        <p:spPr>
          <a:xfrm>
            <a:off x="1750980" y="987073"/>
            <a:ext cx="8690042" cy="51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sz="3600" cap="small" dirty="0">
                <a:solidFill>
                  <a:schemeClr val="bg1"/>
                </a:solidFill>
              </a:rPr>
              <a:t>EEE 400 (July 2025) - Final Examination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547222-A76B-567F-F82E-B34979900BE4}"/>
              </a:ext>
            </a:extLst>
          </p:cNvPr>
          <p:cNvSpPr txBox="1"/>
          <p:nvPr/>
        </p:nvSpPr>
        <p:spPr>
          <a:xfrm>
            <a:off x="7464263" y="3897778"/>
            <a:ext cx="485887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Examination Committee: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Dr. Md. Asiful Islam (Supervisor)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Dr. </a:t>
            </a:r>
            <a:r>
              <a:rPr lang="en-US" dirty="0" err="1"/>
              <a:t>Lutfa</a:t>
            </a:r>
            <a:r>
              <a:rPr lang="en-US" dirty="0"/>
              <a:t> Akter (Member)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Dr. Md. </a:t>
            </a:r>
            <a:r>
              <a:rPr lang="en-US" dirty="0" err="1"/>
              <a:t>Mohsinur</a:t>
            </a:r>
            <a:r>
              <a:rPr lang="en-US"/>
              <a:t> Rahman Adnan </a:t>
            </a:r>
            <a:r>
              <a:rPr lang="en-US" dirty="0"/>
              <a:t>(Member)</a:t>
            </a:r>
            <a:endParaRPr lang="en-GB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A43A702-4CF0-D740-2F5E-625EB6ED414A}"/>
              </a:ext>
            </a:extLst>
          </p:cNvPr>
          <p:cNvSpPr txBox="1">
            <a:spLocks/>
          </p:cNvSpPr>
          <p:nvPr/>
        </p:nvSpPr>
        <p:spPr>
          <a:xfrm>
            <a:off x="2456330" y="1561024"/>
            <a:ext cx="7279341" cy="460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z="2800" cap="none" dirty="0">
                <a:solidFill>
                  <a:schemeClr val="bg1"/>
                </a:solidFill>
              </a:rPr>
              <a:t>Presentation D</a:t>
            </a:r>
            <a:r>
              <a:rPr lang="en-GB" sz="2800" cap="none" dirty="0">
                <a:solidFill>
                  <a:schemeClr val="bg1"/>
                </a:solidFill>
              </a:rPr>
              <a:t>ate: 10</a:t>
            </a:r>
            <a:r>
              <a:rPr lang="en-GB" sz="2800" cap="none" baseline="30000" dirty="0">
                <a:solidFill>
                  <a:schemeClr val="bg1"/>
                </a:solidFill>
              </a:rPr>
              <a:t>th</a:t>
            </a:r>
            <a:r>
              <a:rPr lang="en-GB" sz="2800" cap="none" dirty="0">
                <a:solidFill>
                  <a:schemeClr val="bg1"/>
                </a:solidFill>
              </a:rPr>
              <a:t> June 2026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44D3B9B-4D47-C622-5934-3A8FA182B243}"/>
              </a:ext>
            </a:extLst>
          </p:cNvPr>
          <p:cNvSpPr txBox="1">
            <a:spLocks/>
          </p:cNvSpPr>
          <p:nvPr/>
        </p:nvSpPr>
        <p:spPr>
          <a:xfrm>
            <a:off x="-539342" y="56219"/>
            <a:ext cx="13270684" cy="8355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sz="2800" cap="small" spc="300" dirty="0">
                <a:solidFill>
                  <a:schemeClr val="bg1"/>
                </a:solidFill>
              </a:rPr>
              <a:t>Bangladesh University of Engineering and Technology</a:t>
            </a:r>
          </a:p>
          <a:p>
            <a:r>
              <a:rPr lang="en-GB" sz="2800" cap="small" spc="300" dirty="0">
                <a:solidFill>
                  <a:schemeClr val="bg1"/>
                </a:solidFill>
              </a:rPr>
              <a:t>Department of Electrical and Electronic Engineering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571356-DE01-9E19-1EAA-095B93099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EEE 400: Title of the Presentation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778246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C05D-A30C-BE68-5515-12B1F5B6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of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AA8B-4A0A-8311-3130-0C209099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99149" y="6372123"/>
            <a:ext cx="3600263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0B13A-71C9-F2E3-7452-32C3044F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</a:t>
            </a:fld>
            <a:endParaRPr lang="en-BD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59713D-630A-B026-C460-F68BF7A093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9912816"/>
              </p:ext>
            </p:extLst>
          </p:nvPr>
        </p:nvGraphicFramePr>
        <p:xfrm>
          <a:off x="338138" y="1401763"/>
          <a:ext cx="5303837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58D18-1D1E-A7E1-AD5A-D6F95ECE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0206" y="1200199"/>
            <a:ext cx="5592726" cy="2262221"/>
          </a:xfrm>
        </p:spPr>
        <p:txBody>
          <a:bodyPr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+mn-lt"/>
              </a:rPr>
              <a:t>EEE 400: Deep Sparse-to-Dense Automotive Radar Perception for Super-Resolved Object Detection and Classification</a:t>
            </a:r>
            <a:endParaRPr lang="en-BD" sz="2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874A728-CFBB-4EBD-24BC-9C4EB608CA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336810" y="2901950"/>
            <a:ext cx="5298467" cy="289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87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C05D-A30C-BE68-5515-12B1F5B6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of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AA8B-4A0A-8311-3130-0C209099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99149" y="6372123"/>
            <a:ext cx="3425566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0B13A-71C9-F2E3-7452-32C3044F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3</a:t>
            </a:fld>
            <a:endParaRPr lang="en-BD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59713D-630A-B026-C460-F68BF7A093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05109500"/>
              </p:ext>
            </p:extLst>
          </p:nvPr>
        </p:nvGraphicFramePr>
        <p:xfrm>
          <a:off x="338138" y="1401763"/>
          <a:ext cx="5303837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65D17-C585-1E1E-6D57-938F19644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97431"/>
            <a:ext cx="5592726" cy="134790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EEE 400: Deep Sparse-to-Dense Automotive Radar Perception for Super-Resolved Object Detection and Classification</a:t>
            </a:r>
            <a:endParaRPr lang="en-BD" dirty="0">
              <a:solidFill>
                <a:srgbClr val="FF0000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E1BEDC9-7265-FFB0-656A-98F6063CE5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336810" y="2901950"/>
            <a:ext cx="5298467" cy="289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6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1922-41B2-98F1-10B6-9A3E39A6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66BE7-9DB6-AAA9-FCF2-702C8128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99149" y="6372123"/>
            <a:ext cx="3322357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ECC94-A576-DA48-2F49-891A0FC6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4</a:t>
            </a:fld>
            <a:endParaRPr lang="en-B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767E8-4243-AEF6-65A3-AFC73E90D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788" y="1401370"/>
            <a:ext cx="9801294" cy="439337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Low-cost sparse automotive radar has limited angular resolution, making nearby road users harder to separate.</a:t>
            </a:r>
          </a:p>
          <a:p>
            <a:r>
              <a:rPr lang="en-US" dirty="0"/>
              <a:t>This thesis proposes a two-stage radar perception pipeline:</a:t>
            </a:r>
            <a:br>
              <a:rPr lang="en-US" dirty="0"/>
            </a:br>
            <a:r>
              <a:rPr lang="en-US" dirty="0"/>
              <a:t>Stage 1: angular super-resolution</a:t>
            </a:r>
            <a:br>
              <a:rPr lang="en-US" dirty="0"/>
            </a:br>
            <a:r>
              <a:rPr lang="en-US" dirty="0"/>
              <a:t>Stage 2: detection, classification, and object counting</a:t>
            </a:r>
          </a:p>
          <a:p>
            <a:r>
              <a:rPr lang="en-US" dirty="0"/>
              <a:t>Dataset3000 was developed using CARLA and a MATLAB FMCW signal model to train the sparse-to-dense radar super-resolution model.</a:t>
            </a:r>
          </a:p>
          <a:p>
            <a:r>
              <a:rPr lang="en-US" dirty="0"/>
              <a:t>The SR-enhanced RA input improved RAMP-CNN+ performance compared with raw RA:</a:t>
            </a:r>
            <a:br>
              <a:rPr lang="en-US" dirty="0"/>
            </a:br>
            <a:r>
              <a:rPr lang="en-US" dirty="0"/>
              <a:t>Weighted F1: 0.468 → 0.717</a:t>
            </a:r>
            <a:br>
              <a:rPr lang="en-US" dirty="0"/>
            </a:br>
            <a:r>
              <a:rPr lang="en-US" dirty="0" err="1"/>
              <a:t>mAP</a:t>
            </a:r>
            <a:r>
              <a:rPr lang="en-US" dirty="0"/>
              <a:t>: 0.480 → 0.722</a:t>
            </a:r>
            <a:br>
              <a:rPr lang="en-US" dirty="0"/>
            </a:br>
            <a:r>
              <a:rPr lang="en-US" dirty="0" err="1"/>
              <a:t>mAR</a:t>
            </a:r>
            <a:r>
              <a:rPr lang="en-US" dirty="0"/>
              <a:t>: 0.424 → 0.682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F6E7E-D788-8B0D-84B6-B6544918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261996"/>
            <a:ext cx="5894867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96218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C05D-A30C-BE68-5515-12B1F5B6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of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AA8B-4A0A-8311-3130-0C209099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99149" y="6372123"/>
            <a:ext cx="3358216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0B13A-71C9-F2E3-7452-32C3044F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5</a:t>
            </a:fld>
            <a:endParaRPr lang="en-BD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59713D-630A-B026-C460-F68BF7A093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28098300"/>
              </p:ext>
            </p:extLst>
          </p:nvPr>
        </p:nvGraphicFramePr>
        <p:xfrm>
          <a:off x="338138" y="1401763"/>
          <a:ext cx="5303837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18EF1-CFF6-F542-CEFD-DFE75717D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03088" y="826649"/>
            <a:ext cx="5592726" cy="134790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EEE 400: Deep Sparse-to-Dense Automotive Radar Perception for Super-Resolved Object Detection and Classification</a:t>
            </a:r>
            <a:endParaRPr lang="en-BD" dirty="0">
              <a:solidFill>
                <a:srgbClr val="FF0000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7358C82-F55C-751B-D3ED-3500A4A025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336810" y="2901950"/>
            <a:ext cx="5298467" cy="289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33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1922-41B2-98F1-10B6-9A3E39A6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66BE7-9DB6-AAA9-FCF2-702C8128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00537" y="6369251"/>
            <a:ext cx="3394075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ECC94-A576-DA48-2F49-891A0FC6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6</a:t>
            </a:fld>
            <a:endParaRPr lang="en-BD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5BB9A-2395-C4CA-3565-A9DE1DB7E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81700" y="6255198"/>
            <a:ext cx="5609665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15BC0AE-F483-C15F-4ADD-5BCA0D0342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2596" y="1796903"/>
            <a:ext cx="10762604" cy="391349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Patole et al. (2017)</a:t>
            </a:r>
            <a:r>
              <a:rPr lang="en-US" dirty="0"/>
              <a:t> reviewed FMCW automotive radar signal processing for range, velocity, angle estimation, detection, and tracking.</a:t>
            </a:r>
          </a:p>
          <a:p>
            <a:r>
              <a:rPr lang="en-US" b="1" dirty="0"/>
              <a:t>Schuessler et al. (2023)</a:t>
            </a:r>
            <a:r>
              <a:rPr lang="en-US" dirty="0"/>
              <a:t> showed deep-learning-based sparse-array radar super-resolution using enhanced virtual data.</a:t>
            </a:r>
          </a:p>
          <a:p>
            <a:r>
              <a:rPr lang="en-US" b="1" dirty="0"/>
              <a:t>Gao et al. (2021)</a:t>
            </a:r>
            <a:r>
              <a:rPr lang="en-US" dirty="0"/>
              <a:t> proposed </a:t>
            </a:r>
            <a:r>
              <a:rPr lang="en-US" b="1" dirty="0"/>
              <a:t>RAMP-CNN</a:t>
            </a:r>
            <a:r>
              <a:rPr lang="en-US" dirty="0"/>
              <a:t>, using multi-perspective radar views for automotive object recognition.</a:t>
            </a:r>
          </a:p>
          <a:p>
            <a:r>
              <a:rPr lang="en-US" dirty="0"/>
              <a:t>Existing works provide strong foundations for radar SR and radar perception, but these are mostly studied separately.</a:t>
            </a:r>
          </a:p>
        </p:txBody>
      </p:sp>
    </p:spTree>
    <p:extLst>
      <p:ext uri="{BB962C8B-B14F-4D97-AF65-F5344CB8AC3E}">
        <p14:creationId xmlns:p14="http://schemas.microsoft.com/office/powerpoint/2010/main" val="2461286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5262A-46A7-CE1B-3593-91928A3DB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2AF5-2F60-8AFE-08EE-F22637A4E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B7474-21AE-3865-42C0-8190B8DD4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55225" y="6367468"/>
            <a:ext cx="3447863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981B0-D197-D951-DE1C-EF9231A00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7</a:t>
            </a:fld>
            <a:endParaRPr lang="en-BD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9137CE-6171-0DF9-C785-0E12F381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3183" y="6254281"/>
            <a:ext cx="5799749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E1DE6DA-948D-BC75-9D96-F8B0FA14E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2596" y="1796903"/>
            <a:ext cx="10906039" cy="3913490"/>
          </a:xfrm>
        </p:spPr>
        <p:txBody>
          <a:bodyPr>
            <a:normAutofit fontScale="92500"/>
          </a:bodyPr>
          <a:lstStyle/>
          <a:p>
            <a:r>
              <a:rPr lang="en-US" dirty="0"/>
              <a:t>Limited work combines sparse-array radar super-resolution with downstream multi-view radar detection and classification for low-cost automotive radar.</a:t>
            </a:r>
          </a:p>
          <a:p>
            <a:pPr marL="0" indent="0">
              <a:buNone/>
            </a:pPr>
            <a:r>
              <a:rPr lang="en-US" dirty="0"/>
              <a:t>• Use sparse </a:t>
            </a:r>
            <a:r>
              <a:rPr lang="en-US" b="1" dirty="0"/>
              <a:t>2Tx × 4Rx</a:t>
            </a:r>
            <a:r>
              <a:rPr lang="en-US" dirty="0"/>
              <a:t> radar as the low-cost input</a:t>
            </a:r>
            <a:br>
              <a:rPr lang="en-US" dirty="0"/>
            </a:br>
            <a:r>
              <a:rPr lang="en-US" dirty="0"/>
              <a:t>• Reconstruct dense-array-equivalent </a:t>
            </a:r>
            <a:r>
              <a:rPr lang="en-US" b="1" dirty="0"/>
              <a:t>5Tx × 10Rx</a:t>
            </a:r>
            <a:r>
              <a:rPr lang="en-US" dirty="0"/>
              <a:t> RA representation</a:t>
            </a:r>
            <a:br>
              <a:rPr lang="en-US" dirty="0"/>
            </a:br>
            <a:r>
              <a:rPr lang="en-US" dirty="0"/>
              <a:t>• Generate paired training data through </a:t>
            </a:r>
            <a:r>
              <a:rPr lang="en-US" b="1" dirty="0"/>
              <a:t>Dataset3000</a:t>
            </a:r>
            <a:br>
              <a:rPr lang="en-US" dirty="0"/>
            </a:br>
            <a:r>
              <a:rPr lang="en-US" dirty="0"/>
              <a:t>• Use </a:t>
            </a:r>
            <a:r>
              <a:rPr lang="en-US" b="1" dirty="0"/>
              <a:t>RA, RV, and VA</a:t>
            </a:r>
            <a:r>
              <a:rPr lang="en-US" dirty="0"/>
              <a:t> views for road-user perception</a:t>
            </a:r>
            <a:br>
              <a:rPr lang="en-US" dirty="0"/>
            </a:br>
            <a:r>
              <a:rPr lang="en-US" dirty="0"/>
              <a:t>• Compare </a:t>
            </a:r>
            <a:r>
              <a:rPr lang="en-US" b="1" dirty="0"/>
              <a:t>raw RA</a:t>
            </a:r>
            <a:r>
              <a:rPr lang="en-US" dirty="0"/>
              <a:t> and </a:t>
            </a:r>
            <a:r>
              <a:rPr lang="en-US" b="1" dirty="0"/>
              <a:t>SR-enhanced RA</a:t>
            </a:r>
            <a:r>
              <a:rPr lang="en-US" dirty="0"/>
              <a:t> for RAMP-CNN+ and    Prototype  </a:t>
            </a:r>
          </a:p>
        </p:txBody>
      </p:sp>
    </p:spTree>
    <p:extLst>
      <p:ext uri="{BB962C8B-B14F-4D97-AF65-F5344CB8AC3E}">
        <p14:creationId xmlns:p14="http://schemas.microsoft.com/office/powerpoint/2010/main" val="3746669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C05D-A30C-BE68-5515-12B1F5B6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of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AA8B-4A0A-8311-3130-0C209099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99149" y="6372123"/>
            <a:ext cx="3425566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0B13A-71C9-F2E3-7452-32C3044F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8</a:t>
            </a:fld>
            <a:endParaRPr lang="en-BD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59713D-630A-B026-C460-F68BF7A093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32688719"/>
              </p:ext>
            </p:extLst>
          </p:nvPr>
        </p:nvGraphicFramePr>
        <p:xfrm>
          <a:off x="338138" y="1401763"/>
          <a:ext cx="5303837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A9A62-2CAF-00CA-5BCC-B83A56E0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0206" y="853543"/>
            <a:ext cx="5592726" cy="134790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EEE 400: Deep Sparse-to-Dense Automotive Radar Perception for Super-Resolved Object Detection and Classification</a:t>
            </a:r>
            <a:endParaRPr lang="en-BD" dirty="0">
              <a:solidFill>
                <a:srgbClr val="FF0000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F11682B-267A-7096-E26C-CE75D048E7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336810" y="2901950"/>
            <a:ext cx="5298467" cy="289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411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2E8F-1972-7F79-7581-8F3C547D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7CD1C-BAE0-D5F1-1A9D-7380D994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17771" y="6382756"/>
            <a:ext cx="3555439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C31E0-2A25-DC74-1658-052825C6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9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8ED40-45F7-753A-9C6D-40204D34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22805" y="6238755"/>
            <a:ext cx="6053762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1BE7FEA1-811E-B194-8337-C3DA1E712FDC}"/>
              </a:ext>
            </a:extLst>
          </p:cNvPr>
          <p:cNvSpPr txBox="1">
            <a:spLocks/>
          </p:cNvSpPr>
          <p:nvPr/>
        </p:nvSpPr>
        <p:spPr>
          <a:xfrm>
            <a:off x="6273210" y="1493520"/>
            <a:ext cx="6438744" cy="454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endParaRPr lang="en-GB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87C8E0-7572-9827-4B2F-EFACC7B7DA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262" b="9276"/>
          <a:stretch>
            <a:fillRect/>
          </a:stretch>
        </p:blipFill>
        <p:spPr>
          <a:xfrm>
            <a:off x="1219200" y="1188720"/>
            <a:ext cx="9753600" cy="36755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F9A36D-BDB7-621E-02BE-D39ED8419E46}"/>
              </a:ext>
            </a:extLst>
          </p:cNvPr>
          <p:cNvSpPr txBox="1"/>
          <p:nvPr/>
        </p:nvSpPr>
        <p:spPr>
          <a:xfrm>
            <a:off x="2615610" y="4910025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Overall system architecture of the proposed two-stage radar perception pipeline</a:t>
            </a:r>
          </a:p>
        </p:txBody>
      </p:sp>
    </p:spTree>
    <p:extLst>
      <p:ext uri="{BB962C8B-B14F-4D97-AF65-F5344CB8AC3E}">
        <p14:creationId xmlns:p14="http://schemas.microsoft.com/office/powerpoint/2010/main" val="874963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8B35-892F-B28B-ECA5-E20901BB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D5F9-BF24-EA5F-FB60-DB0B9C7A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4B3AC-1744-83E9-1F9D-2CE718817D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92961" y="6382756"/>
            <a:ext cx="3286498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7F479-14E4-7BCE-5C38-123F7B58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10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7D784-5A03-D7E9-F795-0FC23D3C0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92298" y="6291056"/>
            <a:ext cx="5824819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542CB9BF-B9B5-C817-F606-1440ABFEC0FB}"/>
              </a:ext>
            </a:extLst>
          </p:cNvPr>
          <p:cNvSpPr txBox="1">
            <a:spLocks/>
          </p:cNvSpPr>
          <p:nvPr/>
        </p:nvSpPr>
        <p:spPr>
          <a:xfrm>
            <a:off x="6273210" y="1493520"/>
            <a:ext cx="6438744" cy="4139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endParaRPr lang="en-GB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4D6AE3-6339-BBF6-44AD-FCD676097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6" y="1493520"/>
            <a:ext cx="6220122" cy="19416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5E48DE-A621-9558-6B9E-05BB0EDAB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9" y="3740001"/>
            <a:ext cx="6299509" cy="1790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485FE2-71B4-69C0-C9CD-08BC8947B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3506" y="1414948"/>
            <a:ext cx="4901015" cy="41157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42972D-D0AB-CB5C-DEC1-7F673F3FFDB3}"/>
              </a:ext>
            </a:extLst>
          </p:cNvPr>
          <p:cNvSpPr txBox="1"/>
          <p:nvPr/>
        </p:nvSpPr>
        <p:spPr>
          <a:xfrm>
            <a:off x="1464389" y="5597675"/>
            <a:ext cx="480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Radar Super-Resolution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78070-CFE0-DE2D-205B-8CA06FFC51A9}"/>
              </a:ext>
            </a:extLst>
          </p:cNvPr>
          <p:cNvSpPr txBox="1"/>
          <p:nvPr/>
        </p:nvSpPr>
        <p:spPr>
          <a:xfrm>
            <a:off x="8677835" y="5597675"/>
            <a:ext cx="3702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Attention U-Net</a:t>
            </a:r>
          </a:p>
        </p:txBody>
      </p:sp>
    </p:spTree>
    <p:extLst>
      <p:ext uri="{BB962C8B-B14F-4D97-AF65-F5344CB8AC3E}">
        <p14:creationId xmlns:p14="http://schemas.microsoft.com/office/powerpoint/2010/main" val="2332064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C3301-7037-ACBD-5676-61EC4856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7012-3961-F81C-E315-7043C545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C24032-B17A-1874-47E3-679EF9C8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9026" y="6358620"/>
            <a:ext cx="3374061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A5C7B-70E2-757D-187E-DBD52861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11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7FB91-6B5A-617F-3977-F9432ED4A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81700" y="6255197"/>
            <a:ext cx="5894867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F03A5A1-522F-4743-278C-F9BA9FCA95D2}"/>
              </a:ext>
            </a:extLst>
          </p:cNvPr>
          <p:cNvSpPr txBox="1">
            <a:spLocks/>
          </p:cNvSpPr>
          <p:nvPr/>
        </p:nvSpPr>
        <p:spPr>
          <a:xfrm>
            <a:off x="6273210" y="1493520"/>
            <a:ext cx="6438744" cy="454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endParaRPr lang="en-GB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47B1A1-3DF9-206C-D90F-106A6E352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835" y="1132298"/>
            <a:ext cx="8480505" cy="42131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18E680-7FD1-1FF1-DE0A-7C37D7E7AA74}"/>
              </a:ext>
            </a:extLst>
          </p:cNvPr>
          <p:cNvSpPr txBox="1"/>
          <p:nvPr/>
        </p:nvSpPr>
        <p:spPr>
          <a:xfrm>
            <a:off x="2679406" y="5372379"/>
            <a:ext cx="6813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RAMP-CNN+ architecture used for multi-view radar object detection and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795032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42827-C062-62D6-BDD3-64AE0D9E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B7184-7B63-B07D-A0CE-F7085C03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B7D55-F493-D064-955F-33FFF413E1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84172" y="6372123"/>
            <a:ext cx="3374061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56287-16B2-5185-06FF-60BBB5472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12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E8E28-37C2-49F1-7026-84F72B66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81700" y="6264163"/>
            <a:ext cx="5788959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1CC6941-FD97-8C5B-B828-40C17DF4D4D8}"/>
              </a:ext>
            </a:extLst>
          </p:cNvPr>
          <p:cNvSpPr txBox="1">
            <a:spLocks/>
          </p:cNvSpPr>
          <p:nvPr/>
        </p:nvSpPr>
        <p:spPr>
          <a:xfrm>
            <a:off x="6273210" y="1493520"/>
            <a:ext cx="6438744" cy="454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3CB933-0711-D7CF-0AF4-9C58D8597DEC}"/>
              </a:ext>
            </a:extLst>
          </p:cNvPr>
          <p:cNvSpPr txBox="1"/>
          <p:nvPr/>
        </p:nvSpPr>
        <p:spPr>
          <a:xfrm>
            <a:off x="2128077" y="5133684"/>
            <a:ext cx="8060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Architecture of the prototype-based Stage 2 classification and object-counting model. The model contains a multi-scale object-counting branch and a projection-based prototype-classification branch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A9CEC7-5FBA-A31F-B2A9-9FC3C4286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611" y="1188720"/>
            <a:ext cx="8184778" cy="394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C05D-A30C-BE68-5515-12B1F5B6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of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AA8B-4A0A-8311-3130-0C209099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99149" y="6372123"/>
            <a:ext cx="3725769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0B13A-71C9-F2E3-7452-32C3044F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13</a:t>
            </a:fld>
            <a:endParaRPr lang="en-BD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59713D-630A-B026-C460-F68BF7A093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32790864"/>
              </p:ext>
            </p:extLst>
          </p:nvPr>
        </p:nvGraphicFramePr>
        <p:xfrm>
          <a:off x="338138" y="1401763"/>
          <a:ext cx="5303837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15BCB-8680-4DEC-6482-C1A44406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03088" y="727811"/>
            <a:ext cx="5592726" cy="134790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EEE 400: Deep Sparse-to-Dense Automotive Radar Perception for Super-Resolved Object Detection and Classification</a:t>
            </a:r>
            <a:endParaRPr lang="en-BD" dirty="0">
              <a:solidFill>
                <a:srgbClr val="FF0000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D1B3B26-E187-C55E-10E8-B04116BC31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336810" y="2901950"/>
            <a:ext cx="5298467" cy="289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86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2E8F-1972-7F79-7581-8F3C547D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Simulation: Dataset3000 Generation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A4176D9-BDBF-5150-C10D-8777ED22D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09" y="1493520"/>
            <a:ext cx="7290391" cy="454152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Dataset3000 was developed to train the Stage 1 radar super-resolution model.</a:t>
            </a:r>
          </a:p>
          <a:p>
            <a:r>
              <a:rPr lang="en-US" dirty="0"/>
              <a:t>CARLA was used to generate driving scenes and road-user target lists.</a:t>
            </a:r>
          </a:p>
          <a:p>
            <a:r>
              <a:rPr lang="en-US" dirty="0"/>
              <a:t>A MATLAB FMCW signal model synthesized radar ADC cubes from the same target list.</a:t>
            </a:r>
          </a:p>
          <a:p>
            <a:r>
              <a:rPr lang="en-US" dirty="0"/>
              <a:t>Two radar configurations were simulated:</a:t>
            </a:r>
            <a:br>
              <a:rPr lang="en-US" dirty="0"/>
            </a:br>
            <a:r>
              <a:rPr lang="en-US" b="1" dirty="0"/>
              <a:t>Sparse input:</a:t>
            </a:r>
            <a:r>
              <a:rPr lang="en-US" dirty="0"/>
              <a:t> 2Tx × 4Rx</a:t>
            </a:r>
            <a:br>
              <a:rPr lang="en-US" dirty="0"/>
            </a:br>
            <a:r>
              <a:rPr lang="en-US" b="1" dirty="0"/>
              <a:t>Dense target:</a:t>
            </a:r>
            <a:r>
              <a:rPr lang="en-US" dirty="0"/>
              <a:t> 5Tx × 10Rx</a:t>
            </a:r>
          </a:p>
          <a:p>
            <a:r>
              <a:rPr lang="en-US" dirty="0"/>
              <a:t>Each frame produced paired sparse and dense radar data for supervised training.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7CD1C-BAE0-D5F1-1A9D-7380D994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50378" y="6347022"/>
            <a:ext cx="3331322" cy="447012"/>
          </a:xfrm>
        </p:spPr>
        <p:txBody>
          <a:bodyPr/>
          <a:lstStyle/>
          <a:p>
            <a:r>
              <a:rPr lang="en-US" dirty="0"/>
              <a:t>Md. Symria Raihan (St ID: 2006133)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C31E0-2A25-DC74-1658-052825C6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14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D90EB-D1A6-D1B6-E137-4C525059C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81700" y="6246233"/>
            <a:ext cx="5726206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C4EDC6-41DB-AAC0-BC49-E210101E3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613" y="1493520"/>
            <a:ext cx="2761128" cy="424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788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C05D-A30C-BE68-5515-12B1F5B6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of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AA8B-4A0A-8311-3130-0C209099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99149" y="6372123"/>
            <a:ext cx="3519580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0B13A-71C9-F2E3-7452-32C3044F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15</a:t>
            </a:fld>
            <a:endParaRPr lang="en-BD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59713D-630A-B026-C460-F68BF7A093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44612031"/>
              </p:ext>
            </p:extLst>
          </p:nvPr>
        </p:nvGraphicFramePr>
        <p:xfrm>
          <a:off x="338138" y="1401763"/>
          <a:ext cx="5303837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2CE0D-7BC7-5B40-D9C1-09980198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03088" y="608478"/>
            <a:ext cx="5592726" cy="134790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EEE 400: Deep Sparse-to-Dense Automotive Radar Perception for Super-Resolved Object Detection and Classification</a:t>
            </a:r>
            <a:endParaRPr lang="en-BD" dirty="0">
              <a:solidFill>
                <a:srgbClr val="FF0000"/>
              </a:solidFill>
            </a:endParaRPr>
          </a:p>
          <a:p>
            <a:pPr algn="ctr"/>
            <a:endParaRPr lang="en-B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F1206DD-C6D4-155C-0BC7-E84F11F4A7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336810" y="2901950"/>
            <a:ext cx="5298467" cy="289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9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2E8F-1972-7F79-7581-8F3C547D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A4176D9-BDBF-5150-C10D-8777ED22D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09" y="1493520"/>
            <a:ext cx="4968532" cy="4541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endParaRPr lang="en-GB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7CD1C-BAE0-D5F1-1A9D-7380D994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57102" y="6372123"/>
            <a:ext cx="3716804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C31E0-2A25-DC74-1658-052825C6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16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28C2F-FFD6-C45D-1367-B1F6ACF4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44351" y="6296978"/>
            <a:ext cx="5753100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7DE092-2041-BC93-220A-BAE026B45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025" y="4152887"/>
            <a:ext cx="5163838" cy="16567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46E19B-42FB-25EE-B5CB-C08FBE46B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21" y="1184238"/>
            <a:ext cx="9518246" cy="24762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2679FE0-8EFF-8230-980B-E5BD231A0751}"/>
              </a:ext>
            </a:extLst>
          </p:cNvPr>
          <p:cNvSpPr txBox="1"/>
          <p:nvPr/>
        </p:nvSpPr>
        <p:spPr>
          <a:xfrm>
            <a:off x="1974051" y="3558183"/>
            <a:ext cx="8425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Training </a:t>
            </a:r>
            <a:r>
              <a:rPr lang="en-US" i="1" dirty="0" err="1"/>
              <a:t>behaviour</a:t>
            </a:r>
            <a:r>
              <a:rPr lang="en-US" i="1" dirty="0"/>
              <a:t> of the Stage 1 Attention U-Net super-resolution model.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5F15DB-8CB9-C5C1-38BD-5F4BA6E7B0CF}"/>
              </a:ext>
            </a:extLst>
          </p:cNvPr>
          <p:cNvSpPr txBox="1"/>
          <p:nvPr/>
        </p:nvSpPr>
        <p:spPr>
          <a:xfrm>
            <a:off x="3832226" y="5487703"/>
            <a:ext cx="4209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Quantitative results of the Stage 1 radar super-resolution model.</a:t>
            </a:r>
          </a:p>
        </p:txBody>
      </p:sp>
    </p:spTree>
    <p:extLst>
      <p:ext uri="{BB962C8B-B14F-4D97-AF65-F5344CB8AC3E}">
        <p14:creationId xmlns:p14="http://schemas.microsoft.com/office/powerpoint/2010/main" val="2048165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F808E-0C82-AB0F-531B-D3F6A8BE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73801-B00C-4364-444F-C7BB5163C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F4009C-3948-C7D4-03F3-C8EA37E5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57102" y="6348614"/>
            <a:ext cx="3438898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92B69-D37F-46BB-2DAA-0F8F332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17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2F0A2-EF6B-FEE0-06C4-7A62723E6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09832" y="6273127"/>
            <a:ext cx="5753100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B4478B-190F-6342-52F2-DD5C0A2DB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642" y="3156513"/>
            <a:ext cx="9606113" cy="22043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AEF81A-31D0-2E2E-018E-39E8B5EC6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216" y="1121256"/>
            <a:ext cx="9606113" cy="19555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0EAA42-E548-791D-3C4E-E6B6D9981B37}"/>
              </a:ext>
            </a:extLst>
          </p:cNvPr>
          <p:cNvSpPr txBox="1"/>
          <p:nvPr/>
        </p:nvSpPr>
        <p:spPr>
          <a:xfrm>
            <a:off x="1994394" y="5275079"/>
            <a:ext cx="8280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Qualitative sim-to-real validation of the Stage 1 super-resolution model. The SR output should be compared with the raw sparse-array RA map and the synchronized camera frame</a:t>
            </a:r>
          </a:p>
        </p:txBody>
      </p:sp>
    </p:spTree>
    <p:extLst>
      <p:ext uri="{BB962C8B-B14F-4D97-AF65-F5344CB8AC3E}">
        <p14:creationId xmlns:p14="http://schemas.microsoft.com/office/powerpoint/2010/main" val="1880744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DDE3-91F3-1D5D-A8D4-4F6F2AB5D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A64A3-2946-A44B-BE04-5E6EB201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GB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59D15CC-D487-39DC-3B5B-87A7D6185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246" y="1188720"/>
            <a:ext cx="9619173" cy="3191012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84E3F-035E-4A05-952C-9B329CFA90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2485" y="6367936"/>
            <a:ext cx="3546475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BA12-E5BB-39D5-E4B0-C370944E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18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3B1BA-9DC4-4A97-39D4-EF2EAE6C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5008" y="6282092"/>
            <a:ext cx="5797924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7AC13A-583D-AC49-8506-ED2B690E17D0}"/>
              </a:ext>
            </a:extLst>
          </p:cNvPr>
          <p:cNvSpPr txBox="1"/>
          <p:nvPr/>
        </p:nvSpPr>
        <p:spPr>
          <a:xfrm>
            <a:off x="957758" y="5190877"/>
            <a:ext cx="6875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validation loss: 5.1517 at epoch 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stopped at epoch 21 by early stopping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44610-D61D-6E4C-9C27-D5A618114309}"/>
              </a:ext>
            </a:extLst>
          </p:cNvPr>
          <p:cNvSpPr txBox="1"/>
          <p:nvPr/>
        </p:nvSpPr>
        <p:spPr>
          <a:xfrm>
            <a:off x="2316444" y="4290817"/>
            <a:ext cx="8054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Training curves of the RAMP-CNN+ detection and classification model(Without SR)</a:t>
            </a:r>
          </a:p>
        </p:txBody>
      </p:sp>
    </p:spTree>
    <p:extLst>
      <p:ext uri="{BB962C8B-B14F-4D97-AF65-F5344CB8AC3E}">
        <p14:creationId xmlns:p14="http://schemas.microsoft.com/office/powerpoint/2010/main" val="1434308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D5D7A-55EE-928C-9214-723B71FDE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0474-67DA-17BA-3164-0B195911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26E726F-F742-472B-A06F-4ADD42CAD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067" y="1359493"/>
            <a:ext cx="4967288" cy="377062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A4DF00-C180-EB53-28B0-E6856CC4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6613" y="6358503"/>
            <a:ext cx="3546475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7D5D5-A3A9-668D-DF9C-218140F4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19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29E59-3468-21DD-419F-BC15DC29A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81700" y="6291057"/>
            <a:ext cx="5797924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5CAE27-872F-1C31-7B66-2F83F5A1A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400837"/>
              </p:ext>
            </p:extLst>
          </p:nvPr>
        </p:nvGraphicFramePr>
        <p:xfrm>
          <a:off x="6175980" y="2337576"/>
          <a:ext cx="5250432" cy="18144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12608">
                  <a:extLst>
                    <a:ext uri="{9D8B030D-6E8A-4147-A177-3AD203B41FA5}">
                      <a16:colId xmlns:a16="http://schemas.microsoft.com/office/drawing/2014/main" val="2632626797"/>
                    </a:ext>
                  </a:extLst>
                </a:gridCol>
                <a:gridCol w="1312608">
                  <a:extLst>
                    <a:ext uri="{9D8B030D-6E8A-4147-A177-3AD203B41FA5}">
                      <a16:colId xmlns:a16="http://schemas.microsoft.com/office/drawing/2014/main" val="2218135065"/>
                    </a:ext>
                  </a:extLst>
                </a:gridCol>
                <a:gridCol w="1312608">
                  <a:extLst>
                    <a:ext uri="{9D8B030D-6E8A-4147-A177-3AD203B41FA5}">
                      <a16:colId xmlns:a16="http://schemas.microsoft.com/office/drawing/2014/main" val="1170909052"/>
                    </a:ext>
                  </a:extLst>
                </a:gridCol>
                <a:gridCol w="1312608">
                  <a:extLst>
                    <a:ext uri="{9D8B030D-6E8A-4147-A177-3AD203B41FA5}">
                      <a16:colId xmlns:a16="http://schemas.microsoft.com/office/drawing/2014/main" val="1866359376"/>
                    </a:ext>
                  </a:extLst>
                </a:gridCol>
              </a:tblGrid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94938"/>
                  </a:ext>
                </a:extLst>
              </a:tr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036830"/>
                  </a:ext>
                </a:extLst>
              </a:tr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958384"/>
                  </a:ext>
                </a:extLst>
              </a:tr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Cyclist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3616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FE8733F-E3AA-FBB5-DC7A-04E7C52E7C32}"/>
              </a:ext>
            </a:extLst>
          </p:cNvPr>
          <p:cNvSpPr txBox="1"/>
          <p:nvPr/>
        </p:nvSpPr>
        <p:spPr>
          <a:xfrm>
            <a:off x="415505" y="5104788"/>
            <a:ext cx="4967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Row-normalized confusion matrix of</a:t>
            </a:r>
          </a:p>
          <a:p>
            <a:r>
              <a:rPr lang="en-US" i="1" dirty="0"/>
              <a:t>RAMP-CNN+ without Stage 1 super-resolution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F305F1-16B6-B49B-6D2C-6E465D05C426}"/>
              </a:ext>
            </a:extLst>
          </p:cNvPr>
          <p:cNvSpPr txBox="1"/>
          <p:nvPr/>
        </p:nvSpPr>
        <p:spPr>
          <a:xfrm>
            <a:off x="6175980" y="4383741"/>
            <a:ext cx="504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Table: Per-class RAMP-CNN+ detection results on the test set without Stage 1 super resolution</a:t>
            </a:r>
          </a:p>
        </p:txBody>
      </p:sp>
    </p:spTree>
    <p:extLst>
      <p:ext uri="{BB962C8B-B14F-4D97-AF65-F5344CB8AC3E}">
        <p14:creationId xmlns:p14="http://schemas.microsoft.com/office/powerpoint/2010/main" val="2461583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9E00-B894-3481-AA14-BDFEAC177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199D-B563-39BD-2079-6D69BBB3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8069F-6858-825B-8D0F-BE3F4BD0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2144" y="6361375"/>
            <a:ext cx="3627157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A59CB-F7A6-D52A-E5A6-EBC3CA0C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20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8DFE6-B9EF-6C8B-0A19-C5AC353C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5008" y="6237269"/>
            <a:ext cx="5797924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B0C1F3-02B8-5BDD-FC67-B1B3D2D4B626}"/>
              </a:ext>
            </a:extLst>
          </p:cNvPr>
          <p:cNvSpPr txBox="1"/>
          <p:nvPr/>
        </p:nvSpPr>
        <p:spPr>
          <a:xfrm>
            <a:off x="957758" y="5190877"/>
            <a:ext cx="6875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validation loss: 0.125 at epoch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stopped at epoch 18 by early stopping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65ECB5-BC52-40BB-8AE0-D765F6F3B3BF}"/>
              </a:ext>
            </a:extLst>
          </p:cNvPr>
          <p:cNvSpPr txBox="1"/>
          <p:nvPr/>
        </p:nvSpPr>
        <p:spPr>
          <a:xfrm>
            <a:off x="2316444" y="4358504"/>
            <a:ext cx="8054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Training curves of the RAMP-CNN+ detection and classification model(With SR)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ECC86-54ED-6EC3-62E8-261725260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99" y="1099806"/>
            <a:ext cx="9990201" cy="319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51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681E-9487-1FF1-C603-E99C9CE1C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B302-6DB7-A413-80F9-50D6E899C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0125B0-984D-5C96-61D8-0E3BAC1CBB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8491" y="6326048"/>
            <a:ext cx="3420969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126D6-B1A0-45BB-930B-123348C6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21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231E7-35CB-E1A7-1ABE-135AA9797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5471" y="6282075"/>
            <a:ext cx="5831447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29F5C7-B4A1-1D5F-8C65-D9805EE8D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03578"/>
              </p:ext>
            </p:extLst>
          </p:nvPr>
        </p:nvGraphicFramePr>
        <p:xfrm>
          <a:off x="6175980" y="3721212"/>
          <a:ext cx="5250431" cy="1814456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537653">
                  <a:extLst>
                    <a:ext uri="{9D8B030D-6E8A-4147-A177-3AD203B41FA5}">
                      <a16:colId xmlns:a16="http://schemas.microsoft.com/office/drawing/2014/main" val="2499140386"/>
                    </a:ext>
                  </a:extLst>
                </a:gridCol>
                <a:gridCol w="1856389">
                  <a:extLst>
                    <a:ext uri="{9D8B030D-6E8A-4147-A177-3AD203B41FA5}">
                      <a16:colId xmlns:a16="http://schemas.microsoft.com/office/drawing/2014/main" val="3729380562"/>
                    </a:ext>
                  </a:extLst>
                </a:gridCol>
                <a:gridCol w="1856389">
                  <a:extLst>
                    <a:ext uri="{9D8B030D-6E8A-4147-A177-3AD203B41FA5}">
                      <a16:colId xmlns:a16="http://schemas.microsoft.com/office/drawing/2014/main" val="2098445419"/>
                    </a:ext>
                  </a:extLst>
                </a:gridCol>
              </a:tblGrid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Without 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 SR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45213"/>
                  </a:ext>
                </a:extLst>
              </a:tr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96579"/>
                  </a:ext>
                </a:extLst>
              </a:tr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075123"/>
                  </a:ext>
                </a:extLst>
              </a:tr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9957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41A477-36F6-16CC-691C-42A21406B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108865"/>
              </p:ext>
            </p:extLst>
          </p:nvPr>
        </p:nvGraphicFramePr>
        <p:xfrm>
          <a:off x="6175980" y="1203507"/>
          <a:ext cx="5250432" cy="18144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12608">
                  <a:extLst>
                    <a:ext uri="{9D8B030D-6E8A-4147-A177-3AD203B41FA5}">
                      <a16:colId xmlns:a16="http://schemas.microsoft.com/office/drawing/2014/main" val="2632626797"/>
                    </a:ext>
                  </a:extLst>
                </a:gridCol>
                <a:gridCol w="1312608">
                  <a:extLst>
                    <a:ext uri="{9D8B030D-6E8A-4147-A177-3AD203B41FA5}">
                      <a16:colId xmlns:a16="http://schemas.microsoft.com/office/drawing/2014/main" val="2218135065"/>
                    </a:ext>
                  </a:extLst>
                </a:gridCol>
                <a:gridCol w="1312608">
                  <a:extLst>
                    <a:ext uri="{9D8B030D-6E8A-4147-A177-3AD203B41FA5}">
                      <a16:colId xmlns:a16="http://schemas.microsoft.com/office/drawing/2014/main" val="1170909052"/>
                    </a:ext>
                  </a:extLst>
                </a:gridCol>
                <a:gridCol w="1312608">
                  <a:extLst>
                    <a:ext uri="{9D8B030D-6E8A-4147-A177-3AD203B41FA5}">
                      <a16:colId xmlns:a16="http://schemas.microsoft.com/office/drawing/2014/main" val="1866359376"/>
                    </a:ext>
                  </a:extLst>
                </a:gridCol>
              </a:tblGrid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94938"/>
                  </a:ext>
                </a:extLst>
              </a:tr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036830"/>
                  </a:ext>
                </a:extLst>
              </a:tr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958384"/>
                  </a:ext>
                </a:extLst>
              </a:tr>
              <a:tr h="45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Cyclist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36168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060F1E4-CD76-4C5E-CBDF-6BCB7892C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1359493"/>
            <a:ext cx="5044440" cy="38252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8F1E467-5221-3205-B4CF-F22B10FD00BC}"/>
              </a:ext>
            </a:extLst>
          </p:cNvPr>
          <p:cNvSpPr txBox="1"/>
          <p:nvPr/>
        </p:nvSpPr>
        <p:spPr>
          <a:xfrm>
            <a:off x="693831" y="5171794"/>
            <a:ext cx="44106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Row-normalized confusion matrix of</a:t>
            </a:r>
          </a:p>
          <a:p>
            <a:r>
              <a:rPr lang="en-US" i="1" dirty="0"/>
              <a:t>RAMP-CNN+ with Stage 1 super-resolution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3139C5-1264-71AF-09A3-7BDBDCEA740F}"/>
              </a:ext>
            </a:extLst>
          </p:cNvPr>
          <p:cNvSpPr txBox="1"/>
          <p:nvPr/>
        </p:nvSpPr>
        <p:spPr>
          <a:xfrm>
            <a:off x="6103088" y="2967335"/>
            <a:ext cx="5414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Table: Per-class RAMP-CNN+ detection results on the test set with Stage 1 super resolution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B2E1B-2E3F-0549-723D-8EA9CF20B75A}"/>
              </a:ext>
            </a:extLst>
          </p:cNvPr>
          <p:cNvSpPr txBox="1"/>
          <p:nvPr/>
        </p:nvSpPr>
        <p:spPr>
          <a:xfrm>
            <a:off x="6096000" y="5535668"/>
            <a:ext cx="5717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Table: RAMP-CNN+ </a:t>
            </a:r>
            <a:r>
              <a:rPr lang="en-US" i="1" dirty="0" err="1"/>
              <a:t>FullModel</a:t>
            </a:r>
            <a:r>
              <a:rPr lang="en-US" i="1" dirty="0"/>
              <a:t> classification comparison with and without Stage 1 super-resolution.</a:t>
            </a:r>
          </a:p>
        </p:txBody>
      </p:sp>
    </p:spTree>
    <p:extLst>
      <p:ext uri="{BB962C8B-B14F-4D97-AF65-F5344CB8AC3E}">
        <p14:creationId xmlns:p14="http://schemas.microsoft.com/office/powerpoint/2010/main" val="720152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8E4C4-80FC-CA24-5E49-47F7D5183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1D1A-3701-88B7-3599-5184B3D4F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09" y="316278"/>
            <a:ext cx="11546958" cy="729006"/>
          </a:xfrm>
        </p:spPr>
        <p:txBody>
          <a:bodyPr/>
          <a:lstStyle/>
          <a:p>
            <a:r>
              <a:rPr lang="en-US" dirty="0"/>
              <a:t>Results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A4486-D04D-9367-1324-7D54B5A9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6066" y="6400240"/>
            <a:ext cx="3671980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16FBD-6293-49C6-FE9B-9E93C908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22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0C747-71CD-A5B9-734E-1869C9F95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81700" y="6266818"/>
            <a:ext cx="5824818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B9AEE-BAA3-E1D5-DAF5-4FF2E9334601}"/>
              </a:ext>
            </a:extLst>
          </p:cNvPr>
          <p:cNvSpPr txBox="1"/>
          <p:nvPr/>
        </p:nvSpPr>
        <p:spPr>
          <a:xfrm>
            <a:off x="2763391" y="5655372"/>
            <a:ext cx="8663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Training </a:t>
            </a:r>
            <a:r>
              <a:rPr lang="en-US" i="1" dirty="0" err="1"/>
              <a:t>behaviour</a:t>
            </a:r>
            <a:r>
              <a:rPr lang="en-US" i="1" dirty="0"/>
              <a:t> comparison of the prototype-based </a:t>
            </a:r>
            <a:r>
              <a:rPr lang="en-US" i="1" dirty="0" err="1"/>
              <a:t>FullModel</a:t>
            </a:r>
            <a:endParaRPr lang="en-US" i="1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EE31BE4-D995-7158-D04B-6133C5A2C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66823"/>
              </p:ext>
            </p:extLst>
          </p:nvPr>
        </p:nvGraphicFramePr>
        <p:xfrm>
          <a:off x="1909481" y="934485"/>
          <a:ext cx="9631107" cy="4718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926">
                  <a:extLst>
                    <a:ext uri="{9D8B030D-6E8A-4147-A177-3AD203B41FA5}">
                      <a16:colId xmlns:a16="http://schemas.microsoft.com/office/drawing/2014/main" val="3732170278"/>
                    </a:ext>
                  </a:extLst>
                </a:gridCol>
                <a:gridCol w="8088181">
                  <a:extLst>
                    <a:ext uri="{9D8B030D-6E8A-4147-A177-3AD203B41FA5}">
                      <a16:colId xmlns:a16="http://schemas.microsoft.com/office/drawing/2014/main" val="121630251"/>
                    </a:ext>
                  </a:extLst>
                </a:gridCol>
              </a:tblGrid>
              <a:tr h="2359332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Without SR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817062"/>
                  </a:ext>
                </a:extLst>
              </a:tr>
              <a:tr h="2359332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  <a:p>
                      <a:pPr algn="ctr"/>
                      <a:endParaRPr lang="en-US" b="1" dirty="0"/>
                    </a:p>
                    <a:p>
                      <a:pPr algn="ctr"/>
                      <a:endParaRPr lang="en-US" b="1" dirty="0"/>
                    </a:p>
                    <a:p>
                      <a:pPr algn="ctr"/>
                      <a:r>
                        <a:rPr lang="en-US" b="1" dirty="0"/>
                        <a:t>With 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354435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587C7C5B-58C7-A274-7BEA-C01A5513D7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350"/>
          <a:stretch>
            <a:fillRect/>
          </a:stretch>
        </p:blipFill>
        <p:spPr>
          <a:xfrm>
            <a:off x="3396453" y="934485"/>
            <a:ext cx="8211173" cy="23415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A51C32-FBC0-56AD-DD4A-81DAC46A89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099"/>
          <a:stretch>
            <a:fillRect/>
          </a:stretch>
        </p:blipFill>
        <p:spPr>
          <a:xfrm>
            <a:off x="3396453" y="3276051"/>
            <a:ext cx="8144136" cy="237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1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49E8C-407B-555F-B6EE-15F9F49F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646F-080A-BB81-392D-5B09D662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01763C-1B6D-4E4F-CD30-53C480CFDA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30208" y="6372123"/>
            <a:ext cx="3394075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6CEF5-53EC-BB33-7C5E-04C161A2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23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CE946-1196-DA99-CC68-A5640A3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8065" y="6279925"/>
            <a:ext cx="5894867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DC978C-4D0F-B493-09E9-A249531AE2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57" r="-1851"/>
          <a:stretch>
            <a:fillRect/>
          </a:stretch>
        </p:blipFill>
        <p:spPr>
          <a:xfrm>
            <a:off x="6508375" y="1310970"/>
            <a:ext cx="4453581" cy="37524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2945D3-603A-F708-9B4C-E92692C2A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871" t="2390" r="104" b="1"/>
          <a:stretch>
            <a:fillRect/>
          </a:stretch>
        </p:blipFill>
        <p:spPr>
          <a:xfrm>
            <a:off x="1113502" y="1376161"/>
            <a:ext cx="4570124" cy="36872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C00008-FB2D-EEDB-0D1C-F7727852A94D}"/>
              </a:ext>
            </a:extLst>
          </p:cNvPr>
          <p:cNvSpPr txBox="1"/>
          <p:nvPr/>
        </p:nvSpPr>
        <p:spPr>
          <a:xfrm>
            <a:off x="1311158" y="4993341"/>
            <a:ext cx="4204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Confusion matrices of the prototype-based </a:t>
            </a:r>
            <a:r>
              <a:rPr lang="en-US" i="1" dirty="0" err="1"/>
              <a:t>FullModel</a:t>
            </a:r>
            <a:r>
              <a:rPr lang="en-US" i="1" dirty="0"/>
              <a:t> without Stage 1 super resolution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807222-EE23-2A68-38CE-1F8DBC3C65CD}"/>
              </a:ext>
            </a:extLst>
          </p:cNvPr>
          <p:cNvSpPr txBox="1"/>
          <p:nvPr/>
        </p:nvSpPr>
        <p:spPr>
          <a:xfrm>
            <a:off x="6589487" y="4993341"/>
            <a:ext cx="4291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Confusion matrices of the prototype-based </a:t>
            </a:r>
            <a:r>
              <a:rPr lang="en-US" i="1" dirty="0" err="1"/>
              <a:t>FullModel</a:t>
            </a:r>
            <a:r>
              <a:rPr lang="en-US" i="1" dirty="0"/>
              <a:t> with Stage 1 super resolution</a:t>
            </a:r>
          </a:p>
        </p:txBody>
      </p:sp>
    </p:spTree>
    <p:extLst>
      <p:ext uri="{BB962C8B-B14F-4D97-AF65-F5344CB8AC3E}">
        <p14:creationId xmlns:p14="http://schemas.microsoft.com/office/powerpoint/2010/main" val="773861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2E8F-1972-7F79-7581-8F3C547D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4B6867A-2396-84A1-F1D4-FD1A4E291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" t="4411" r="2110" b="4677"/>
          <a:stretch>
            <a:fillRect/>
          </a:stretch>
        </p:blipFill>
        <p:spPr>
          <a:xfrm>
            <a:off x="1315429" y="1281953"/>
            <a:ext cx="9153737" cy="395343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7CD1C-BAE0-D5F1-1A9D-7380D994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19366" y="6367468"/>
            <a:ext cx="3483722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C31E0-2A25-DC74-1658-052825C6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24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C993A-0301-B7F1-D67B-AD6E38D4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282092"/>
            <a:ext cx="5564841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2BDE1F-C6AC-6C41-6B0C-022FA5FB1EC3}"/>
              </a:ext>
            </a:extLst>
          </p:cNvPr>
          <p:cNvSpPr txBox="1"/>
          <p:nvPr/>
        </p:nvSpPr>
        <p:spPr>
          <a:xfrm>
            <a:off x="3361764" y="5235389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Fig: Prediction overlay for a held-out test frame</a:t>
            </a:r>
          </a:p>
        </p:txBody>
      </p:sp>
    </p:spTree>
    <p:extLst>
      <p:ext uri="{BB962C8B-B14F-4D97-AF65-F5344CB8AC3E}">
        <p14:creationId xmlns:p14="http://schemas.microsoft.com/office/powerpoint/2010/main" val="1509807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C05D-A30C-BE68-5515-12B1F5B6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of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AA8B-4A0A-8311-3130-0C209099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99149" y="6372123"/>
            <a:ext cx="3689910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0B13A-71C9-F2E3-7452-32C3044F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25</a:t>
            </a:fld>
            <a:endParaRPr lang="en-BD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59713D-630A-B026-C460-F68BF7A093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95588885"/>
              </p:ext>
            </p:extLst>
          </p:nvPr>
        </p:nvGraphicFramePr>
        <p:xfrm>
          <a:off x="338138" y="1401763"/>
          <a:ext cx="5303837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4995A-C0F1-9B21-9490-DFF968B9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0206" y="815712"/>
            <a:ext cx="5592726" cy="134790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EEE 400: Deep Sparse-to-Dense Automotive Radar Perception for Super-Resolved Object Detection and Classification</a:t>
            </a:r>
            <a:endParaRPr lang="en-BD" dirty="0">
              <a:solidFill>
                <a:srgbClr val="FF0000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4F64755-3D77-5BEE-E420-D9BF939CC3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336810" y="2901950"/>
            <a:ext cx="5298467" cy="289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21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C4EC4-BC17-3958-A36B-E965B1B3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407E-7B4B-FFF0-1930-39E08F94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232E9-FDA8-DEE8-4238-1717BB8DCF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8489" y="6372123"/>
            <a:ext cx="3779557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93842-5DEB-938C-31DB-4CAF545A8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26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97FF2-562B-1F5A-14F9-D9E9AF847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2406" y="6255197"/>
            <a:ext cx="5894867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C56E44-C77C-C143-9F86-76801BA40B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4594" y="1351508"/>
            <a:ext cx="1049540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 two-stage radar perception pipeline was developed for low-cost autonomous-driving radar.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 1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sparse radar angular representation using Attention U-Net based super-resolution.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PSNR =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40.10 dB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SSIM =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0.8716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 2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multi-view radar inputs for road-user detection and classification.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SR-enhanced RA, RAMP-CNN+ achieved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Weighted F1 = 0.717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0.722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0.682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Compared with raw RA, SR-enhanced RA improved RAMP-CNN+ weighted F1 from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0.468 to 0.717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The proposed pipeline demonstrates the feasibility of combining learned angular enhancement with multi-view radar perception.</a:t>
            </a:r>
          </a:p>
        </p:txBody>
      </p:sp>
    </p:spTree>
    <p:extLst>
      <p:ext uri="{BB962C8B-B14F-4D97-AF65-F5344CB8AC3E}">
        <p14:creationId xmlns:p14="http://schemas.microsoft.com/office/powerpoint/2010/main" val="2550636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C05D-A30C-BE68-5515-12B1F5B6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of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AA8B-4A0A-8311-3130-0C209099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99149" y="6372123"/>
            <a:ext cx="3618192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0B13A-71C9-F2E3-7452-32C3044F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27</a:t>
            </a:fld>
            <a:endParaRPr lang="en-BD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59713D-630A-B026-C460-F68BF7A093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10447247"/>
              </p:ext>
            </p:extLst>
          </p:nvPr>
        </p:nvGraphicFramePr>
        <p:xfrm>
          <a:off x="338138" y="1401763"/>
          <a:ext cx="5303837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62933-CB9A-F2DD-CDB5-784571C4E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9680" y="727811"/>
            <a:ext cx="5592726" cy="134790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EEE 400: Deep Sparse-to-Dense Automotive Radar Perception for Super-Resolved Object Detection and Classification</a:t>
            </a:r>
            <a:endParaRPr lang="en-BD" dirty="0">
              <a:solidFill>
                <a:srgbClr val="FF0000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0B1C91A-06A8-F092-D7E5-EF36B18AF1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336810" y="2901950"/>
            <a:ext cx="5298467" cy="289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3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64192-858E-981B-96C6-D190E74CA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1CC1-E0A7-F4B3-EEF2-718CEC381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 and References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86B91D-FD92-D559-FC27-8831365D5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We are indebted to our supervisor, </a:t>
            </a:r>
            <a:r>
              <a:rPr lang="en-US" sz="2400" b="1" dirty="0"/>
              <a:t>Dr. Md. Asiful Islam, Professor, Department of Electrical and Electronic Engineering, BUET</a:t>
            </a:r>
            <a:r>
              <a:rPr lang="en-US" sz="2400" dirty="0"/>
              <a:t>, for his valuable guidance, encouragement, and constructive feedback throughout this thesis work. </a:t>
            </a:r>
          </a:p>
          <a:p>
            <a:pPr marL="0" indent="0">
              <a:buNone/>
            </a:pPr>
            <a:r>
              <a:rPr lang="en-US" sz="2400" dirty="0"/>
              <a:t>We also express our sincere gratitude to the </a:t>
            </a:r>
            <a:r>
              <a:rPr lang="en-US" sz="2400" b="1" dirty="0"/>
              <a:t>Department of Electrical and Electronic Engineering, BUET</a:t>
            </a:r>
            <a:r>
              <a:rPr lang="en-US" sz="2400" dirty="0"/>
              <a:t>, and to our teachers for their support and inspiration. Finally, we thank our families, friends, and classmates for their constant encouragement and moral support.</a:t>
            </a:r>
          </a:p>
          <a:p>
            <a:endParaRPr lang="en-GB" sz="1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D4FD0-BA09-6391-E39E-47511FA8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1243" y="6396262"/>
            <a:ext cx="3564404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0E09E-0D4F-723A-4B00-3DECEBF3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28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5E133-F51C-FE9C-A264-1B458DF7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81700" y="6273127"/>
            <a:ext cx="5600700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606763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2E8F-1972-7F79-7581-8F3C547D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 and References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A4176D9-BDBF-5150-C10D-8777ED22D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Patole et al., “Automotive radars: A review of signal processing techniques,” IEEE Signal Processing Magazine, 2017.</a:t>
            </a:r>
          </a:p>
          <a:p>
            <a:r>
              <a:rPr lang="en-US" sz="2400" dirty="0"/>
              <a:t>Schuessler et al., “Super-resolution radar imaging with sparse arrays using a deep neural network,” IEEE Journal of Microwaves, 2023.</a:t>
            </a:r>
          </a:p>
          <a:p>
            <a:r>
              <a:rPr lang="en-US" sz="2400" dirty="0"/>
              <a:t>Gao et al., “RAMP-CNN: A novel neural network for enhanced automotive radar object recognition,” IEEE Sensors Journal, 2021.</a:t>
            </a:r>
          </a:p>
          <a:p>
            <a:r>
              <a:rPr lang="en-US" sz="2400" dirty="0"/>
              <a:t>Wang et al., “</a:t>
            </a:r>
            <a:r>
              <a:rPr lang="en-US" sz="2400" dirty="0" err="1"/>
              <a:t>RODNet</a:t>
            </a:r>
            <a:r>
              <a:rPr lang="en-US" sz="2400" dirty="0"/>
              <a:t>: A real-time radar object detection network,” IEEE JSTSP, 2021.</a:t>
            </a:r>
          </a:p>
          <a:p>
            <a:endParaRPr lang="en-GB" sz="1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7CD1C-BAE0-D5F1-1A9D-7380D994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4349" y="6372123"/>
            <a:ext cx="3707839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C31E0-2A25-DC74-1658-052825C6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29</a:t>
            </a:fld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F0C78-208D-8039-D87E-42894C82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92298" y="6264162"/>
            <a:ext cx="5735171" cy="447781"/>
          </a:xfrm>
        </p:spPr>
        <p:txBody>
          <a:bodyPr/>
          <a:lstStyle/>
          <a:p>
            <a:pPr algn="ctr"/>
            <a:r>
              <a:rPr lang="en-US" dirty="0"/>
              <a:t>EEE 400: Deep Sparse-to-Dense Automotive Radar Perception for Super-Resolved Object Detection and Classification</a:t>
            </a:r>
            <a:endParaRPr lang="en-BD" dirty="0"/>
          </a:p>
          <a:p>
            <a:pPr algn="ctr"/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4205876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0D2A5-2FE6-30B0-0914-56FA081BF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99149" y="6372123"/>
            <a:ext cx="3555439" cy="447012"/>
          </a:xfrm>
        </p:spPr>
        <p:txBody>
          <a:bodyPr/>
          <a:lstStyle/>
          <a:p>
            <a:r>
              <a:rPr lang="en-US" dirty="0"/>
              <a:t>Md </a:t>
            </a:r>
            <a:r>
              <a:rPr lang="en-US" dirty="0" err="1"/>
              <a:t>Moshahed</a:t>
            </a:r>
            <a:r>
              <a:rPr lang="en-US" dirty="0"/>
              <a:t> Parvez(St ID: 2006148)</a:t>
            </a:r>
            <a:endParaRPr lang="en-B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B58C3-80D8-36B4-7935-FAC0000D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30</a:t>
            </a:fld>
            <a:endParaRPr lang="en-BD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9872F0-46D8-2895-F281-C98BC77CCBC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C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95992" y="1312116"/>
            <a:ext cx="4392612" cy="4392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7694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{05D23346-88B9-1E48-85E6-2D29E7791F05}tf10001067</Template>
  <TotalTime>5001</TotalTime>
  <Words>1875</Words>
  <Application>Microsoft Office PowerPoint</Application>
  <PresentationFormat>Widescreen</PresentationFormat>
  <Paragraphs>290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Arial Black</vt:lpstr>
      <vt:lpstr>Arial Narrow</vt:lpstr>
      <vt:lpstr>Calibri</vt:lpstr>
      <vt:lpstr>Garamond</vt:lpstr>
      <vt:lpstr>Savon</vt:lpstr>
      <vt:lpstr>Deep Sparse-to-Dense Automotive Radar Perception for Super-Resolved Object Detection and Classification</vt:lpstr>
      <vt:lpstr>Outline of Presentation</vt:lpstr>
      <vt:lpstr>Outline of Presentation</vt:lpstr>
      <vt:lpstr>Summary</vt:lpstr>
      <vt:lpstr>Outline of Presentation</vt:lpstr>
      <vt:lpstr>Literature Review</vt:lpstr>
      <vt:lpstr>Literature Review</vt:lpstr>
      <vt:lpstr>Outline of Presentation</vt:lpstr>
      <vt:lpstr>Design</vt:lpstr>
      <vt:lpstr>Design</vt:lpstr>
      <vt:lpstr>Design</vt:lpstr>
      <vt:lpstr>Design</vt:lpstr>
      <vt:lpstr>Outline of Presentation</vt:lpstr>
      <vt:lpstr>Simulation: Dataset3000 Generation</vt:lpstr>
      <vt:lpstr>Outline of Presentation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 </vt:lpstr>
      <vt:lpstr>Outline of Presentation</vt:lpstr>
      <vt:lpstr>Conclusion</vt:lpstr>
      <vt:lpstr>Outline of Presentation</vt:lpstr>
      <vt:lpstr>Acknowledgement and References</vt:lpstr>
      <vt:lpstr>Acknowledgement and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Sajid Muhaimin Choudhury</dc:creator>
  <cp:lastModifiedBy>Parvez 41</cp:lastModifiedBy>
  <cp:revision>44</cp:revision>
  <dcterms:created xsi:type="dcterms:W3CDTF">2021-07-11T09:27:00Z</dcterms:created>
  <dcterms:modified xsi:type="dcterms:W3CDTF">2026-06-09T20:03:26Z</dcterms:modified>
</cp:coreProperties>
</file>